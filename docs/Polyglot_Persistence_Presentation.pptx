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7" r:id="rId4"/>
    <p:sldId id="259" r:id="rId5"/>
    <p:sldId id="278" r:id="rId6"/>
    <p:sldId id="279" r:id="rId7"/>
    <p:sldId id="280" r:id="rId8"/>
    <p:sldId id="260" r:id="rId9"/>
    <p:sldId id="261" r:id="rId10"/>
    <p:sldId id="286" r:id="rId11"/>
    <p:sldId id="285" r:id="rId12"/>
    <p:sldId id="287" r:id="rId13"/>
    <p:sldId id="288" r:id="rId14"/>
    <p:sldId id="291" r:id="rId15"/>
    <p:sldId id="263" r:id="rId16"/>
    <p:sldId id="265" r:id="rId17"/>
    <p:sldId id="282" r:id="rId18"/>
    <p:sldId id="281" r:id="rId19"/>
    <p:sldId id="267" r:id="rId20"/>
    <p:sldId id="268" r:id="rId21"/>
    <p:sldId id="269" r:id="rId22"/>
    <p:sldId id="271" r:id="rId23"/>
    <p:sldId id="284" r:id="rId24"/>
    <p:sldId id="272" r:id="rId25"/>
    <p:sldId id="276" r:id="rId26"/>
    <p:sldId id="283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616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8C21EC-B7B0-4454-AC80-64CD4D21A52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960E8C-FAF2-490C-9F46-202061CCD9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Polyglot Persistence</a:t>
          </a:r>
          <a:r>
            <a:rPr lang="en-US"/>
            <a:t> refers to using multiple data storage technologies within a single system or application, choosing each database based on the specific needs of different data types or workloads. It allows organizations to optimize performance, scalability, and flexibility.</a:t>
          </a:r>
        </a:p>
      </dgm:t>
    </dgm:pt>
    <dgm:pt modelId="{146784E0-9BDF-4B3D-8332-5740260AAD16}" type="parTrans" cxnId="{8493388A-0D93-479A-BBEA-49475C691D4F}">
      <dgm:prSet/>
      <dgm:spPr/>
      <dgm:t>
        <a:bodyPr/>
        <a:lstStyle/>
        <a:p>
          <a:endParaRPr lang="en-US"/>
        </a:p>
      </dgm:t>
    </dgm:pt>
    <dgm:pt modelId="{AD1F426A-70A3-4C8D-926E-33AB7C29E7FE}" type="sibTrans" cxnId="{8493388A-0D93-479A-BBEA-49475C691D4F}">
      <dgm:prSet/>
      <dgm:spPr/>
      <dgm:t>
        <a:bodyPr/>
        <a:lstStyle/>
        <a:p>
          <a:endParaRPr lang="en-US"/>
        </a:p>
      </dgm:t>
    </dgm:pt>
    <dgm:pt modelId="{A1B7E5FA-9E9D-47D5-987E-E972C69095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different databases (SQL, NoSQL, graph, etc.) within one application to match each data type’s needs.</a:t>
          </a:r>
        </a:p>
      </dgm:t>
    </dgm:pt>
    <dgm:pt modelId="{F115E6A9-DC82-4045-BC99-2834A93875A9}" type="parTrans" cxnId="{740E27F7-EC5B-4E6E-9A6C-060256CDFC97}">
      <dgm:prSet/>
      <dgm:spPr/>
      <dgm:t>
        <a:bodyPr/>
        <a:lstStyle/>
        <a:p>
          <a:endParaRPr lang="en-US"/>
        </a:p>
      </dgm:t>
    </dgm:pt>
    <dgm:pt modelId="{E4B3B60B-820E-4AD3-AE09-FBE907D2D9E0}" type="sibTrans" cxnId="{740E27F7-EC5B-4E6E-9A6C-060256CDFC97}">
      <dgm:prSet/>
      <dgm:spPr/>
      <dgm:t>
        <a:bodyPr/>
        <a:lstStyle/>
        <a:p>
          <a:endParaRPr lang="en-US"/>
        </a:p>
      </dgm:t>
    </dgm:pt>
    <dgm:pt modelId="{D302CB4E-4383-4DBB-AFAE-1848695470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Improves performance and scalability by selecting the best storage solution for each function.</a:t>
          </a:r>
        </a:p>
      </dgm:t>
    </dgm:pt>
    <dgm:pt modelId="{142D5FF5-FFA9-4CE6-922D-64D6E66534FF}" type="parTrans" cxnId="{862F756C-80EE-44A9-B218-62CCEEE1AABF}">
      <dgm:prSet/>
      <dgm:spPr/>
      <dgm:t>
        <a:bodyPr/>
        <a:lstStyle/>
        <a:p>
          <a:endParaRPr lang="en-US"/>
        </a:p>
      </dgm:t>
    </dgm:pt>
    <dgm:pt modelId="{C3CEBFC0-3BC8-43DB-9C5B-B7ACEE3E22B0}" type="sibTrans" cxnId="{862F756C-80EE-44A9-B218-62CCEEE1AABF}">
      <dgm:prSet/>
      <dgm:spPr/>
      <dgm:t>
        <a:bodyPr/>
        <a:lstStyle/>
        <a:p>
          <a:endParaRPr lang="en-US"/>
        </a:p>
      </dgm:t>
    </dgm:pt>
    <dgm:pt modelId="{5E37953B-CBEA-45DC-B515-B74A97AFD4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Enhances flexibility, allowing teams to choose tools based on workload (transactions, analytics, relationships).</a:t>
          </a:r>
        </a:p>
      </dgm:t>
    </dgm:pt>
    <dgm:pt modelId="{193D9508-EBF5-41C6-B16D-78172DC310C8}" type="parTrans" cxnId="{E5653200-04F9-490E-921B-7BCF44166EF3}">
      <dgm:prSet/>
      <dgm:spPr/>
      <dgm:t>
        <a:bodyPr/>
        <a:lstStyle/>
        <a:p>
          <a:endParaRPr lang="en-US"/>
        </a:p>
      </dgm:t>
    </dgm:pt>
    <dgm:pt modelId="{2666BCF9-DA18-4366-B6A0-DE65490DCC5A}" type="sibTrans" cxnId="{E5653200-04F9-490E-921B-7BCF44166EF3}">
      <dgm:prSet/>
      <dgm:spPr/>
      <dgm:t>
        <a:bodyPr/>
        <a:lstStyle/>
        <a:p>
          <a:endParaRPr lang="en-US"/>
        </a:p>
      </dgm:t>
    </dgm:pt>
    <dgm:pt modelId="{3246E46B-C190-4498-9665-DEACC1041D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Supports complex systems by avoiding a “one-size-fits-all” database approach.</a:t>
          </a:r>
        </a:p>
      </dgm:t>
    </dgm:pt>
    <dgm:pt modelId="{D514A782-BF9B-4E54-ABA7-F38ADE51095C}" type="parTrans" cxnId="{C209294B-0325-4DA5-AE25-0166AE5ED48F}">
      <dgm:prSet/>
      <dgm:spPr/>
      <dgm:t>
        <a:bodyPr/>
        <a:lstStyle/>
        <a:p>
          <a:endParaRPr lang="en-US"/>
        </a:p>
      </dgm:t>
    </dgm:pt>
    <dgm:pt modelId="{51220BD1-1A42-4FCC-B3B1-9CD0DA8AFF4E}" type="sibTrans" cxnId="{C209294B-0325-4DA5-AE25-0166AE5ED48F}">
      <dgm:prSet/>
      <dgm:spPr/>
      <dgm:t>
        <a:bodyPr/>
        <a:lstStyle/>
        <a:p>
          <a:endParaRPr lang="en-US"/>
        </a:p>
      </dgm:t>
    </dgm:pt>
    <dgm:pt modelId="{2E9174FA-C106-45A6-B8E2-C3DE516C95AE}" type="pres">
      <dgm:prSet presAssocID="{078C21EC-B7B0-4454-AC80-64CD4D21A524}" presName="root" presStyleCnt="0">
        <dgm:presLayoutVars>
          <dgm:dir/>
          <dgm:resizeHandles val="exact"/>
        </dgm:presLayoutVars>
      </dgm:prSet>
      <dgm:spPr/>
    </dgm:pt>
    <dgm:pt modelId="{1777206F-7633-4A67-BCD6-64745311A9D2}" type="pres">
      <dgm:prSet presAssocID="{12960E8C-FAF2-490C-9F46-202061CCD9DD}" presName="compNode" presStyleCnt="0"/>
      <dgm:spPr/>
    </dgm:pt>
    <dgm:pt modelId="{84554A14-7657-49A3-B750-F49C349E4947}" type="pres">
      <dgm:prSet presAssocID="{12960E8C-FAF2-490C-9F46-202061CCD9DD}" presName="bgRect" presStyleLbl="bgShp" presStyleIdx="0" presStyleCnt="5"/>
      <dgm:spPr/>
    </dgm:pt>
    <dgm:pt modelId="{86C74B51-DC1C-4E89-8E57-12E0949CB5C4}" type="pres">
      <dgm:prSet presAssocID="{12960E8C-FAF2-490C-9F46-202061CCD9D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81EDA5C-1B30-4E83-BAFD-C0BD1A961F0F}" type="pres">
      <dgm:prSet presAssocID="{12960E8C-FAF2-490C-9F46-202061CCD9DD}" presName="spaceRect" presStyleCnt="0"/>
      <dgm:spPr/>
    </dgm:pt>
    <dgm:pt modelId="{99D2FE97-65BF-499B-BCC3-581E7DDEF32B}" type="pres">
      <dgm:prSet presAssocID="{12960E8C-FAF2-490C-9F46-202061CCD9DD}" presName="parTx" presStyleLbl="revTx" presStyleIdx="0" presStyleCnt="5">
        <dgm:presLayoutVars>
          <dgm:chMax val="0"/>
          <dgm:chPref val="0"/>
        </dgm:presLayoutVars>
      </dgm:prSet>
      <dgm:spPr/>
    </dgm:pt>
    <dgm:pt modelId="{551A5760-B24A-4785-8AD2-05C77A737C20}" type="pres">
      <dgm:prSet presAssocID="{AD1F426A-70A3-4C8D-926E-33AB7C29E7FE}" presName="sibTrans" presStyleCnt="0"/>
      <dgm:spPr/>
    </dgm:pt>
    <dgm:pt modelId="{C3DC6F4E-9CD8-446F-8EBE-D3EB51695484}" type="pres">
      <dgm:prSet presAssocID="{A1B7E5FA-9E9D-47D5-987E-E972C6909565}" presName="compNode" presStyleCnt="0"/>
      <dgm:spPr/>
    </dgm:pt>
    <dgm:pt modelId="{73CD1195-D2F9-4B18-8346-1EC75CB246FA}" type="pres">
      <dgm:prSet presAssocID="{A1B7E5FA-9E9D-47D5-987E-E972C6909565}" presName="bgRect" presStyleLbl="bgShp" presStyleIdx="1" presStyleCnt="5"/>
      <dgm:spPr/>
    </dgm:pt>
    <dgm:pt modelId="{B3EE7893-4795-4288-BBF0-59EBC5F086E7}" type="pres">
      <dgm:prSet presAssocID="{A1B7E5FA-9E9D-47D5-987E-E972C690956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9B3A208-CFA7-4B12-9041-FA5BB70DFDFA}" type="pres">
      <dgm:prSet presAssocID="{A1B7E5FA-9E9D-47D5-987E-E972C6909565}" presName="spaceRect" presStyleCnt="0"/>
      <dgm:spPr/>
    </dgm:pt>
    <dgm:pt modelId="{9BD9360A-71EB-4002-BE71-B1900DBF8AF5}" type="pres">
      <dgm:prSet presAssocID="{A1B7E5FA-9E9D-47D5-987E-E972C6909565}" presName="parTx" presStyleLbl="revTx" presStyleIdx="1" presStyleCnt="5">
        <dgm:presLayoutVars>
          <dgm:chMax val="0"/>
          <dgm:chPref val="0"/>
        </dgm:presLayoutVars>
      </dgm:prSet>
      <dgm:spPr/>
    </dgm:pt>
    <dgm:pt modelId="{D82A8778-5A92-4009-BEFC-B07D46AF1D03}" type="pres">
      <dgm:prSet presAssocID="{E4B3B60B-820E-4AD3-AE09-FBE907D2D9E0}" presName="sibTrans" presStyleCnt="0"/>
      <dgm:spPr/>
    </dgm:pt>
    <dgm:pt modelId="{1F13D2E4-8AE0-4D7C-8BB8-11D1E888F179}" type="pres">
      <dgm:prSet presAssocID="{D302CB4E-4383-4DBB-AFAE-18486954705D}" presName="compNode" presStyleCnt="0"/>
      <dgm:spPr/>
    </dgm:pt>
    <dgm:pt modelId="{882487C3-0F26-4735-AE62-E74397C2E6A3}" type="pres">
      <dgm:prSet presAssocID="{D302CB4E-4383-4DBB-AFAE-18486954705D}" presName="bgRect" presStyleLbl="bgShp" presStyleIdx="2" presStyleCnt="5"/>
      <dgm:spPr/>
    </dgm:pt>
    <dgm:pt modelId="{1D81380B-81EF-4191-88EE-1052C0C8025A}" type="pres">
      <dgm:prSet presAssocID="{D302CB4E-4383-4DBB-AFAE-18486954705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13DBED6-AAFD-4A6E-B8DB-471D00B43E2F}" type="pres">
      <dgm:prSet presAssocID="{D302CB4E-4383-4DBB-AFAE-18486954705D}" presName="spaceRect" presStyleCnt="0"/>
      <dgm:spPr/>
    </dgm:pt>
    <dgm:pt modelId="{FFE597DD-42EF-4369-8936-A4EE5330585A}" type="pres">
      <dgm:prSet presAssocID="{D302CB4E-4383-4DBB-AFAE-18486954705D}" presName="parTx" presStyleLbl="revTx" presStyleIdx="2" presStyleCnt="5">
        <dgm:presLayoutVars>
          <dgm:chMax val="0"/>
          <dgm:chPref val="0"/>
        </dgm:presLayoutVars>
      </dgm:prSet>
      <dgm:spPr/>
    </dgm:pt>
    <dgm:pt modelId="{F6A08C96-5A90-4B84-89BC-54F1309AFFC7}" type="pres">
      <dgm:prSet presAssocID="{C3CEBFC0-3BC8-43DB-9C5B-B7ACEE3E22B0}" presName="sibTrans" presStyleCnt="0"/>
      <dgm:spPr/>
    </dgm:pt>
    <dgm:pt modelId="{D0E2CBC8-B299-4B50-8D32-AC9263713D9F}" type="pres">
      <dgm:prSet presAssocID="{5E37953B-CBEA-45DC-B515-B74A97AFD451}" presName="compNode" presStyleCnt="0"/>
      <dgm:spPr/>
    </dgm:pt>
    <dgm:pt modelId="{D4219E1C-5B1C-43B1-B626-13FFC5BF0C1B}" type="pres">
      <dgm:prSet presAssocID="{5E37953B-CBEA-45DC-B515-B74A97AFD451}" presName="bgRect" presStyleLbl="bgShp" presStyleIdx="3" presStyleCnt="5"/>
      <dgm:spPr/>
    </dgm:pt>
    <dgm:pt modelId="{1F77E6C9-83DA-4502-BCBB-56E2E23D9BF9}" type="pres">
      <dgm:prSet presAssocID="{5E37953B-CBEA-45DC-B515-B74A97AFD45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E909358A-11C9-47C8-BFDB-B1FC9758B5DD}" type="pres">
      <dgm:prSet presAssocID="{5E37953B-CBEA-45DC-B515-B74A97AFD451}" presName="spaceRect" presStyleCnt="0"/>
      <dgm:spPr/>
    </dgm:pt>
    <dgm:pt modelId="{C02FDA3D-C85D-47F2-81DB-2ADA73CC87DB}" type="pres">
      <dgm:prSet presAssocID="{5E37953B-CBEA-45DC-B515-B74A97AFD451}" presName="parTx" presStyleLbl="revTx" presStyleIdx="3" presStyleCnt="5">
        <dgm:presLayoutVars>
          <dgm:chMax val="0"/>
          <dgm:chPref val="0"/>
        </dgm:presLayoutVars>
      </dgm:prSet>
      <dgm:spPr/>
    </dgm:pt>
    <dgm:pt modelId="{E9DD2E39-C074-4682-883F-D8699144D3C4}" type="pres">
      <dgm:prSet presAssocID="{2666BCF9-DA18-4366-B6A0-DE65490DCC5A}" presName="sibTrans" presStyleCnt="0"/>
      <dgm:spPr/>
    </dgm:pt>
    <dgm:pt modelId="{177C933D-51F1-4169-81DA-FE2FBD90A99F}" type="pres">
      <dgm:prSet presAssocID="{3246E46B-C190-4498-9665-DEACC1041D11}" presName="compNode" presStyleCnt="0"/>
      <dgm:spPr/>
    </dgm:pt>
    <dgm:pt modelId="{CF7691D6-EB23-44E5-8EB3-9E22A2E10722}" type="pres">
      <dgm:prSet presAssocID="{3246E46B-C190-4498-9665-DEACC1041D11}" presName="bgRect" presStyleLbl="bgShp" presStyleIdx="4" presStyleCnt="5"/>
      <dgm:spPr/>
    </dgm:pt>
    <dgm:pt modelId="{AE4B6E04-18D8-4727-BEC9-646EB83D4CB1}" type="pres">
      <dgm:prSet presAssocID="{3246E46B-C190-4498-9665-DEACC1041D1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22C385B-AD4E-483B-ABCB-B282DF42CDF4}" type="pres">
      <dgm:prSet presAssocID="{3246E46B-C190-4498-9665-DEACC1041D11}" presName="spaceRect" presStyleCnt="0"/>
      <dgm:spPr/>
    </dgm:pt>
    <dgm:pt modelId="{C93D28D6-7DBA-4014-B40D-A53A4C6CF4D6}" type="pres">
      <dgm:prSet presAssocID="{3246E46B-C190-4498-9665-DEACC1041D1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5653200-04F9-490E-921B-7BCF44166EF3}" srcId="{078C21EC-B7B0-4454-AC80-64CD4D21A524}" destId="{5E37953B-CBEA-45DC-B515-B74A97AFD451}" srcOrd="3" destOrd="0" parTransId="{193D9508-EBF5-41C6-B16D-78172DC310C8}" sibTransId="{2666BCF9-DA18-4366-B6A0-DE65490DCC5A}"/>
    <dgm:cxn modelId="{3415C61D-A32B-43DC-8BD8-79DA8D510EF5}" type="presOf" srcId="{3246E46B-C190-4498-9665-DEACC1041D11}" destId="{C93D28D6-7DBA-4014-B40D-A53A4C6CF4D6}" srcOrd="0" destOrd="0" presId="urn:microsoft.com/office/officeart/2018/2/layout/IconVerticalSolidList"/>
    <dgm:cxn modelId="{F22BB223-FCF5-4C48-9575-60FF0B6FF972}" type="presOf" srcId="{12960E8C-FAF2-490C-9F46-202061CCD9DD}" destId="{99D2FE97-65BF-499B-BCC3-581E7DDEF32B}" srcOrd="0" destOrd="0" presId="urn:microsoft.com/office/officeart/2018/2/layout/IconVerticalSolidList"/>
    <dgm:cxn modelId="{F5E7B030-38CA-4AA8-A2EE-F074BC3F5254}" type="presOf" srcId="{A1B7E5FA-9E9D-47D5-987E-E972C6909565}" destId="{9BD9360A-71EB-4002-BE71-B1900DBF8AF5}" srcOrd="0" destOrd="0" presId="urn:microsoft.com/office/officeart/2018/2/layout/IconVerticalSolidList"/>
    <dgm:cxn modelId="{C209294B-0325-4DA5-AE25-0166AE5ED48F}" srcId="{078C21EC-B7B0-4454-AC80-64CD4D21A524}" destId="{3246E46B-C190-4498-9665-DEACC1041D11}" srcOrd="4" destOrd="0" parTransId="{D514A782-BF9B-4E54-ABA7-F38ADE51095C}" sibTransId="{51220BD1-1A42-4FCC-B3B1-9CD0DA8AFF4E}"/>
    <dgm:cxn modelId="{862F756C-80EE-44A9-B218-62CCEEE1AABF}" srcId="{078C21EC-B7B0-4454-AC80-64CD4D21A524}" destId="{D302CB4E-4383-4DBB-AFAE-18486954705D}" srcOrd="2" destOrd="0" parTransId="{142D5FF5-FFA9-4CE6-922D-64D6E66534FF}" sibTransId="{C3CEBFC0-3BC8-43DB-9C5B-B7ACEE3E22B0}"/>
    <dgm:cxn modelId="{2B9F7376-DA7F-4DA5-ABB9-344E0F60B288}" type="presOf" srcId="{D302CB4E-4383-4DBB-AFAE-18486954705D}" destId="{FFE597DD-42EF-4369-8936-A4EE5330585A}" srcOrd="0" destOrd="0" presId="urn:microsoft.com/office/officeart/2018/2/layout/IconVerticalSolidList"/>
    <dgm:cxn modelId="{8493388A-0D93-479A-BBEA-49475C691D4F}" srcId="{078C21EC-B7B0-4454-AC80-64CD4D21A524}" destId="{12960E8C-FAF2-490C-9F46-202061CCD9DD}" srcOrd="0" destOrd="0" parTransId="{146784E0-9BDF-4B3D-8332-5740260AAD16}" sibTransId="{AD1F426A-70A3-4C8D-926E-33AB7C29E7FE}"/>
    <dgm:cxn modelId="{C85BFBB9-D0AC-4774-8EE9-AA62E8424AA3}" type="presOf" srcId="{078C21EC-B7B0-4454-AC80-64CD4D21A524}" destId="{2E9174FA-C106-45A6-B8E2-C3DE516C95AE}" srcOrd="0" destOrd="0" presId="urn:microsoft.com/office/officeart/2018/2/layout/IconVerticalSolidList"/>
    <dgm:cxn modelId="{0024C9C5-8AC3-4523-9559-9033E067C617}" type="presOf" srcId="{5E37953B-CBEA-45DC-B515-B74A97AFD451}" destId="{C02FDA3D-C85D-47F2-81DB-2ADA73CC87DB}" srcOrd="0" destOrd="0" presId="urn:microsoft.com/office/officeart/2018/2/layout/IconVerticalSolidList"/>
    <dgm:cxn modelId="{740E27F7-EC5B-4E6E-9A6C-060256CDFC97}" srcId="{078C21EC-B7B0-4454-AC80-64CD4D21A524}" destId="{A1B7E5FA-9E9D-47D5-987E-E972C6909565}" srcOrd="1" destOrd="0" parTransId="{F115E6A9-DC82-4045-BC99-2834A93875A9}" sibTransId="{E4B3B60B-820E-4AD3-AE09-FBE907D2D9E0}"/>
    <dgm:cxn modelId="{EE5991DE-E7BA-48EF-93E2-2636F80D3835}" type="presParOf" srcId="{2E9174FA-C106-45A6-B8E2-C3DE516C95AE}" destId="{1777206F-7633-4A67-BCD6-64745311A9D2}" srcOrd="0" destOrd="0" presId="urn:microsoft.com/office/officeart/2018/2/layout/IconVerticalSolidList"/>
    <dgm:cxn modelId="{E95B53EE-DAE8-4F9B-98B8-A059DC008047}" type="presParOf" srcId="{1777206F-7633-4A67-BCD6-64745311A9D2}" destId="{84554A14-7657-49A3-B750-F49C349E4947}" srcOrd="0" destOrd="0" presId="urn:microsoft.com/office/officeart/2018/2/layout/IconVerticalSolidList"/>
    <dgm:cxn modelId="{E21317D9-CCFB-4954-8138-DB21E22654E4}" type="presParOf" srcId="{1777206F-7633-4A67-BCD6-64745311A9D2}" destId="{86C74B51-DC1C-4E89-8E57-12E0949CB5C4}" srcOrd="1" destOrd="0" presId="urn:microsoft.com/office/officeart/2018/2/layout/IconVerticalSolidList"/>
    <dgm:cxn modelId="{499E20E5-6AEB-47B5-ABA1-BAC65BA75046}" type="presParOf" srcId="{1777206F-7633-4A67-BCD6-64745311A9D2}" destId="{181EDA5C-1B30-4E83-BAFD-C0BD1A961F0F}" srcOrd="2" destOrd="0" presId="urn:microsoft.com/office/officeart/2018/2/layout/IconVerticalSolidList"/>
    <dgm:cxn modelId="{B0774E48-1D84-4D83-B0A6-62082743DE53}" type="presParOf" srcId="{1777206F-7633-4A67-BCD6-64745311A9D2}" destId="{99D2FE97-65BF-499B-BCC3-581E7DDEF32B}" srcOrd="3" destOrd="0" presId="urn:microsoft.com/office/officeart/2018/2/layout/IconVerticalSolidList"/>
    <dgm:cxn modelId="{C2697B68-5F13-4B0A-BE83-22B37D6CDCBD}" type="presParOf" srcId="{2E9174FA-C106-45A6-B8E2-C3DE516C95AE}" destId="{551A5760-B24A-4785-8AD2-05C77A737C20}" srcOrd="1" destOrd="0" presId="urn:microsoft.com/office/officeart/2018/2/layout/IconVerticalSolidList"/>
    <dgm:cxn modelId="{37BCDCB0-4E51-46E9-A2ED-DD15D4E4F846}" type="presParOf" srcId="{2E9174FA-C106-45A6-B8E2-C3DE516C95AE}" destId="{C3DC6F4E-9CD8-446F-8EBE-D3EB51695484}" srcOrd="2" destOrd="0" presId="urn:microsoft.com/office/officeart/2018/2/layout/IconVerticalSolidList"/>
    <dgm:cxn modelId="{95108A6E-0A31-4F4A-86B3-BF746DE91C01}" type="presParOf" srcId="{C3DC6F4E-9CD8-446F-8EBE-D3EB51695484}" destId="{73CD1195-D2F9-4B18-8346-1EC75CB246FA}" srcOrd="0" destOrd="0" presId="urn:microsoft.com/office/officeart/2018/2/layout/IconVerticalSolidList"/>
    <dgm:cxn modelId="{2B46BE26-132A-4E2A-A0DC-0F3EE9A4F235}" type="presParOf" srcId="{C3DC6F4E-9CD8-446F-8EBE-D3EB51695484}" destId="{B3EE7893-4795-4288-BBF0-59EBC5F086E7}" srcOrd="1" destOrd="0" presId="urn:microsoft.com/office/officeart/2018/2/layout/IconVerticalSolidList"/>
    <dgm:cxn modelId="{8FE9E219-C93A-4645-9284-0FA380B744A4}" type="presParOf" srcId="{C3DC6F4E-9CD8-446F-8EBE-D3EB51695484}" destId="{A9B3A208-CFA7-4B12-9041-FA5BB70DFDFA}" srcOrd="2" destOrd="0" presId="urn:microsoft.com/office/officeart/2018/2/layout/IconVerticalSolidList"/>
    <dgm:cxn modelId="{592EC3F7-EABF-45EA-BB23-1CA92A1CC1E2}" type="presParOf" srcId="{C3DC6F4E-9CD8-446F-8EBE-D3EB51695484}" destId="{9BD9360A-71EB-4002-BE71-B1900DBF8AF5}" srcOrd="3" destOrd="0" presId="urn:microsoft.com/office/officeart/2018/2/layout/IconVerticalSolidList"/>
    <dgm:cxn modelId="{14347B9D-E507-4515-9E27-F6BD09F70A04}" type="presParOf" srcId="{2E9174FA-C106-45A6-B8E2-C3DE516C95AE}" destId="{D82A8778-5A92-4009-BEFC-B07D46AF1D03}" srcOrd="3" destOrd="0" presId="urn:microsoft.com/office/officeart/2018/2/layout/IconVerticalSolidList"/>
    <dgm:cxn modelId="{EADECE0C-C9CF-42CF-8BB0-3D1EE46BB9BD}" type="presParOf" srcId="{2E9174FA-C106-45A6-B8E2-C3DE516C95AE}" destId="{1F13D2E4-8AE0-4D7C-8BB8-11D1E888F179}" srcOrd="4" destOrd="0" presId="urn:microsoft.com/office/officeart/2018/2/layout/IconVerticalSolidList"/>
    <dgm:cxn modelId="{9163D5FC-B6F8-42C5-BA9E-263B5035F4AA}" type="presParOf" srcId="{1F13D2E4-8AE0-4D7C-8BB8-11D1E888F179}" destId="{882487C3-0F26-4735-AE62-E74397C2E6A3}" srcOrd="0" destOrd="0" presId="urn:microsoft.com/office/officeart/2018/2/layout/IconVerticalSolidList"/>
    <dgm:cxn modelId="{2BEB1017-57B2-4D80-8AC1-7320A0834269}" type="presParOf" srcId="{1F13D2E4-8AE0-4D7C-8BB8-11D1E888F179}" destId="{1D81380B-81EF-4191-88EE-1052C0C8025A}" srcOrd="1" destOrd="0" presId="urn:microsoft.com/office/officeart/2018/2/layout/IconVerticalSolidList"/>
    <dgm:cxn modelId="{6979A9D1-A6CC-4549-B038-CF19E52BD10B}" type="presParOf" srcId="{1F13D2E4-8AE0-4D7C-8BB8-11D1E888F179}" destId="{213DBED6-AAFD-4A6E-B8DB-471D00B43E2F}" srcOrd="2" destOrd="0" presId="urn:microsoft.com/office/officeart/2018/2/layout/IconVerticalSolidList"/>
    <dgm:cxn modelId="{F67A7AA2-9C4B-4798-996F-80767084AE45}" type="presParOf" srcId="{1F13D2E4-8AE0-4D7C-8BB8-11D1E888F179}" destId="{FFE597DD-42EF-4369-8936-A4EE5330585A}" srcOrd="3" destOrd="0" presId="urn:microsoft.com/office/officeart/2018/2/layout/IconVerticalSolidList"/>
    <dgm:cxn modelId="{2AA07D69-0E5F-4076-BCB7-EEBEADA94A7A}" type="presParOf" srcId="{2E9174FA-C106-45A6-B8E2-C3DE516C95AE}" destId="{F6A08C96-5A90-4B84-89BC-54F1309AFFC7}" srcOrd="5" destOrd="0" presId="urn:microsoft.com/office/officeart/2018/2/layout/IconVerticalSolidList"/>
    <dgm:cxn modelId="{F4CAFCCA-A58E-4187-A7E2-60E6B2E35639}" type="presParOf" srcId="{2E9174FA-C106-45A6-B8E2-C3DE516C95AE}" destId="{D0E2CBC8-B299-4B50-8D32-AC9263713D9F}" srcOrd="6" destOrd="0" presId="urn:microsoft.com/office/officeart/2018/2/layout/IconVerticalSolidList"/>
    <dgm:cxn modelId="{ECC3D786-126C-4B7F-975E-8681E92FBFCE}" type="presParOf" srcId="{D0E2CBC8-B299-4B50-8D32-AC9263713D9F}" destId="{D4219E1C-5B1C-43B1-B626-13FFC5BF0C1B}" srcOrd="0" destOrd="0" presId="urn:microsoft.com/office/officeart/2018/2/layout/IconVerticalSolidList"/>
    <dgm:cxn modelId="{359E8513-D7F6-47F7-ACE3-6B25DDC43BFB}" type="presParOf" srcId="{D0E2CBC8-B299-4B50-8D32-AC9263713D9F}" destId="{1F77E6C9-83DA-4502-BCBB-56E2E23D9BF9}" srcOrd="1" destOrd="0" presId="urn:microsoft.com/office/officeart/2018/2/layout/IconVerticalSolidList"/>
    <dgm:cxn modelId="{6B5AFD4B-6E3C-403B-8F73-84545AF5D093}" type="presParOf" srcId="{D0E2CBC8-B299-4B50-8D32-AC9263713D9F}" destId="{E909358A-11C9-47C8-BFDB-B1FC9758B5DD}" srcOrd="2" destOrd="0" presId="urn:microsoft.com/office/officeart/2018/2/layout/IconVerticalSolidList"/>
    <dgm:cxn modelId="{ABD66E6A-2010-4445-865A-5863B23E5C8B}" type="presParOf" srcId="{D0E2CBC8-B299-4B50-8D32-AC9263713D9F}" destId="{C02FDA3D-C85D-47F2-81DB-2ADA73CC87DB}" srcOrd="3" destOrd="0" presId="urn:microsoft.com/office/officeart/2018/2/layout/IconVerticalSolidList"/>
    <dgm:cxn modelId="{A37F2F8D-C2BD-4E2F-90E9-F4C036FC8DC8}" type="presParOf" srcId="{2E9174FA-C106-45A6-B8E2-C3DE516C95AE}" destId="{E9DD2E39-C074-4682-883F-D8699144D3C4}" srcOrd="7" destOrd="0" presId="urn:microsoft.com/office/officeart/2018/2/layout/IconVerticalSolidList"/>
    <dgm:cxn modelId="{44B8440D-B600-4996-A69A-87C014CF12E2}" type="presParOf" srcId="{2E9174FA-C106-45A6-B8E2-C3DE516C95AE}" destId="{177C933D-51F1-4169-81DA-FE2FBD90A99F}" srcOrd="8" destOrd="0" presId="urn:microsoft.com/office/officeart/2018/2/layout/IconVerticalSolidList"/>
    <dgm:cxn modelId="{44220715-58E3-4326-8E14-5C4837FDBC98}" type="presParOf" srcId="{177C933D-51F1-4169-81DA-FE2FBD90A99F}" destId="{CF7691D6-EB23-44E5-8EB3-9E22A2E10722}" srcOrd="0" destOrd="0" presId="urn:microsoft.com/office/officeart/2018/2/layout/IconVerticalSolidList"/>
    <dgm:cxn modelId="{D4632E11-1380-47F6-9832-49707089BD36}" type="presParOf" srcId="{177C933D-51F1-4169-81DA-FE2FBD90A99F}" destId="{AE4B6E04-18D8-4727-BEC9-646EB83D4CB1}" srcOrd="1" destOrd="0" presId="urn:microsoft.com/office/officeart/2018/2/layout/IconVerticalSolidList"/>
    <dgm:cxn modelId="{C8F7B412-0FE6-484C-ABDA-4F68AFBBC4F1}" type="presParOf" srcId="{177C933D-51F1-4169-81DA-FE2FBD90A99F}" destId="{822C385B-AD4E-483B-ABCB-B282DF42CDF4}" srcOrd="2" destOrd="0" presId="urn:microsoft.com/office/officeart/2018/2/layout/IconVerticalSolidList"/>
    <dgm:cxn modelId="{89B2D348-A974-4F08-BA59-264DCDBB9B72}" type="presParOf" srcId="{177C933D-51F1-4169-81DA-FE2FBD90A99F}" destId="{C93D28D6-7DBA-4014-B40D-A53A4C6CF4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CBE118-848D-40F2-BC36-BA5E52A1D797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01823B-BAB5-4F73-802E-8CE4A4AF0B81}">
      <dgm:prSet/>
      <dgm:spPr/>
      <dgm:t>
        <a:bodyPr/>
        <a:lstStyle/>
        <a:p>
          <a:r>
            <a:rPr lang="en-US"/>
            <a:t>Demonstrate polyglot persistence: use multiple specialized DBs in a single system</a:t>
          </a:r>
        </a:p>
      </dgm:t>
    </dgm:pt>
    <dgm:pt modelId="{4BEDD24A-10B4-4835-B551-2593FDEB5FB0}" type="parTrans" cxnId="{AD5DEB84-D116-4326-B993-13D18E766EC9}">
      <dgm:prSet/>
      <dgm:spPr/>
      <dgm:t>
        <a:bodyPr/>
        <a:lstStyle/>
        <a:p>
          <a:endParaRPr lang="en-US"/>
        </a:p>
      </dgm:t>
    </dgm:pt>
    <dgm:pt modelId="{495362B4-F52E-4FE7-9C63-778E8F36974C}" type="sibTrans" cxnId="{AD5DEB84-D116-4326-B993-13D18E766EC9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2C3BE05-EB22-473B-A98F-BC7A8CD1B4B3}">
      <dgm:prSet/>
      <dgm:spPr/>
      <dgm:t>
        <a:bodyPr/>
        <a:lstStyle/>
        <a:p>
          <a:r>
            <a:rPr lang="en-US"/>
            <a:t>Show event-driven synchronization via Kafka</a:t>
          </a:r>
        </a:p>
      </dgm:t>
    </dgm:pt>
    <dgm:pt modelId="{54D61367-47DA-406A-B41C-8783B7E172C1}" type="parTrans" cxnId="{948B05A8-FD48-4E5A-B1CF-85DA491F8CBC}">
      <dgm:prSet/>
      <dgm:spPr/>
      <dgm:t>
        <a:bodyPr/>
        <a:lstStyle/>
        <a:p>
          <a:endParaRPr lang="en-US"/>
        </a:p>
      </dgm:t>
    </dgm:pt>
    <dgm:pt modelId="{AC14D898-38FD-46DD-B4AF-E9D770B9E987}" type="sibTrans" cxnId="{948B05A8-FD48-4E5A-B1CF-85DA491F8CB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66F7CCE5-0B72-4609-8A86-820A28B28FF8}">
      <dgm:prSet/>
      <dgm:spPr/>
      <dgm:t>
        <a:bodyPr/>
        <a:lstStyle/>
        <a:p>
          <a:r>
            <a:rPr lang="en-US"/>
            <a:t>Provide real-time visualization and analytics</a:t>
          </a:r>
        </a:p>
      </dgm:t>
    </dgm:pt>
    <dgm:pt modelId="{6753A72C-2AB0-48D3-BDD8-45BE04FD08BE}" type="parTrans" cxnId="{888E74B5-24FA-44DE-B241-428B1BA4C438}">
      <dgm:prSet/>
      <dgm:spPr/>
      <dgm:t>
        <a:bodyPr/>
        <a:lstStyle/>
        <a:p>
          <a:endParaRPr lang="en-US"/>
        </a:p>
      </dgm:t>
    </dgm:pt>
    <dgm:pt modelId="{B977D514-43C5-40B2-8767-21C55B61B292}" type="sibTrans" cxnId="{888E74B5-24FA-44DE-B241-428B1BA4C438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238276E-3941-4185-ABC7-7B117E43278F}">
      <dgm:prSet/>
      <dgm:spPr/>
      <dgm:t>
        <a:bodyPr/>
        <a:lstStyle/>
        <a:p>
          <a:r>
            <a:rPr lang="en-US"/>
            <a:t>Build maintainable, modular code that can be deployed in containers</a:t>
          </a:r>
        </a:p>
      </dgm:t>
    </dgm:pt>
    <dgm:pt modelId="{6B398EC6-F247-4B21-A255-BC4EAB3BBAA3}" type="parTrans" cxnId="{827C9C03-0201-4433-9CF6-BB3138D42E60}">
      <dgm:prSet/>
      <dgm:spPr/>
      <dgm:t>
        <a:bodyPr/>
        <a:lstStyle/>
        <a:p>
          <a:endParaRPr lang="en-US"/>
        </a:p>
      </dgm:t>
    </dgm:pt>
    <dgm:pt modelId="{55164361-CB86-45EC-8B03-E9B9DA63C778}" type="sibTrans" cxnId="{827C9C03-0201-4433-9CF6-BB3138D42E60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17E50E03-4699-4BB4-8B36-5F41BF92D914}" type="pres">
      <dgm:prSet presAssocID="{67CBE118-848D-40F2-BC36-BA5E52A1D797}" presName="Name0" presStyleCnt="0">
        <dgm:presLayoutVars>
          <dgm:animLvl val="lvl"/>
          <dgm:resizeHandles val="exact"/>
        </dgm:presLayoutVars>
      </dgm:prSet>
      <dgm:spPr/>
    </dgm:pt>
    <dgm:pt modelId="{3350FFFE-70F3-4DD9-9A71-23B20E4716E3}" type="pres">
      <dgm:prSet presAssocID="{0F01823B-BAB5-4F73-802E-8CE4A4AF0B81}" presName="compositeNode" presStyleCnt="0">
        <dgm:presLayoutVars>
          <dgm:bulletEnabled val="1"/>
        </dgm:presLayoutVars>
      </dgm:prSet>
      <dgm:spPr/>
    </dgm:pt>
    <dgm:pt modelId="{2CD0FF59-A168-4486-87A1-B00D1A922A45}" type="pres">
      <dgm:prSet presAssocID="{0F01823B-BAB5-4F73-802E-8CE4A4AF0B81}" presName="bgRect" presStyleLbl="alignNode1" presStyleIdx="0" presStyleCnt="4"/>
      <dgm:spPr/>
    </dgm:pt>
    <dgm:pt modelId="{D316434C-B470-4D7A-A834-AD917D70E61B}" type="pres">
      <dgm:prSet presAssocID="{495362B4-F52E-4FE7-9C63-778E8F36974C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13D424C6-3867-4E84-98BD-F341ED5AB7FF}" type="pres">
      <dgm:prSet presAssocID="{0F01823B-BAB5-4F73-802E-8CE4A4AF0B81}" presName="nodeRect" presStyleLbl="alignNode1" presStyleIdx="0" presStyleCnt="4">
        <dgm:presLayoutVars>
          <dgm:bulletEnabled val="1"/>
        </dgm:presLayoutVars>
      </dgm:prSet>
      <dgm:spPr/>
    </dgm:pt>
    <dgm:pt modelId="{95CCF6ED-6308-422A-B7D8-A5E7D11D86D3}" type="pres">
      <dgm:prSet presAssocID="{495362B4-F52E-4FE7-9C63-778E8F36974C}" presName="sibTrans" presStyleCnt="0"/>
      <dgm:spPr/>
    </dgm:pt>
    <dgm:pt modelId="{9DFBD2B6-7B23-4AC2-BAEF-8D6B008A3AF7}" type="pres">
      <dgm:prSet presAssocID="{52C3BE05-EB22-473B-A98F-BC7A8CD1B4B3}" presName="compositeNode" presStyleCnt="0">
        <dgm:presLayoutVars>
          <dgm:bulletEnabled val="1"/>
        </dgm:presLayoutVars>
      </dgm:prSet>
      <dgm:spPr/>
    </dgm:pt>
    <dgm:pt modelId="{EE519B18-705A-4485-8D01-5CF8F48A57A6}" type="pres">
      <dgm:prSet presAssocID="{52C3BE05-EB22-473B-A98F-BC7A8CD1B4B3}" presName="bgRect" presStyleLbl="alignNode1" presStyleIdx="1" presStyleCnt="4"/>
      <dgm:spPr/>
    </dgm:pt>
    <dgm:pt modelId="{4B7A3C66-0590-4010-8BB7-A9D30B3C00EE}" type="pres">
      <dgm:prSet presAssocID="{AC14D898-38FD-46DD-B4AF-E9D770B9E987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06936417-0BE7-4691-9161-8665A6BFA9C9}" type="pres">
      <dgm:prSet presAssocID="{52C3BE05-EB22-473B-A98F-BC7A8CD1B4B3}" presName="nodeRect" presStyleLbl="alignNode1" presStyleIdx="1" presStyleCnt="4">
        <dgm:presLayoutVars>
          <dgm:bulletEnabled val="1"/>
        </dgm:presLayoutVars>
      </dgm:prSet>
      <dgm:spPr/>
    </dgm:pt>
    <dgm:pt modelId="{AC80B31A-9844-46FD-9C1D-F2C174700330}" type="pres">
      <dgm:prSet presAssocID="{AC14D898-38FD-46DD-B4AF-E9D770B9E987}" presName="sibTrans" presStyleCnt="0"/>
      <dgm:spPr/>
    </dgm:pt>
    <dgm:pt modelId="{5262C3D5-8F12-49E8-AD2C-4DCA07A2F949}" type="pres">
      <dgm:prSet presAssocID="{66F7CCE5-0B72-4609-8A86-820A28B28FF8}" presName="compositeNode" presStyleCnt="0">
        <dgm:presLayoutVars>
          <dgm:bulletEnabled val="1"/>
        </dgm:presLayoutVars>
      </dgm:prSet>
      <dgm:spPr/>
    </dgm:pt>
    <dgm:pt modelId="{31096054-AC8A-490E-9657-40D3D1BFA872}" type="pres">
      <dgm:prSet presAssocID="{66F7CCE5-0B72-4609-8A86-820A28B28FF8}" presName="bgRect" presStyleLbl="alignNode1" presStyleIdx="2" presStyleCnt="4"/>
      <dgm:spPr/>
    </dgm:pt>
    <dgm:pt modelId="{792907F4-CD31-4335-95DC-8370D3734324}" type="pres">
      <dgm:prSet presAssocID="{B977D514-43C5-40B2-8767-21C55B61B292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CCE8DD23-9358-473C-BE16-678A8105674D}" type="pres">
      <dgm:prSet presAssocID="{66F7CCE5-0B72-4609-8A86-820A28B28FF8}" presName="nodeRect" presStyleLbl="alignNode1" presStyleIdx="2" presStyleCnt="4">
        <dgm:presLayoutVars>
          <dgm:bulletEnabled val="1"/>
        </dgm:presLayoutVars>
      </dgm:prSet>
      <dgm:spPr/>
    </dgm:pt>
    <dgm:pt modelId="{8220B007-5D7C-4780-8E47-EA70180CDB29}" type="pres">
      <dgm:prSet presAssocID="{B977D514-43C5-40B2-8767-21C55B61B292}" presName="sibTrans" presStyleCnt="0"/>
      <dgm:spPr/>
    </dgm:pt>
    <dgm:pt modelId="{AEEEDC42-5F00-42E8-BAC4-BB73F3267661}" type="pres">
      <dgm:prSet presAssocID="{8238276E-3941-4185-ABC7-7B117E43278F}" presName="compositeNode" presStyleCnt="0">
        <dgm:presLayoutVars>
          <dgm:bulletEnabled val="1"/>
        </dgm:presLayoutVars>
      </dgm:prSet>
      <dgm:spPr/>
    </dgm:pt>
    <dgm:pt modelId="{1FF9DF21-7AAF-4534-A486-084575C45BFD}" type="pres">
      <dgm:prSet presAssocID="{8238276E-3941-4185-ABC7-7B117E43278F}" presName="bgRect" presStyleLbl="alignNode1" presStyleIdx="3" presStyleCnt="4"/>
      <dgm:spPr/>
    </dgm:pt>
    <dgm:pt modelId="{F7EAB67F-54DE-4C14-B44A-749BFBFC3691}" type="pres">
      <dgm:prSet presAssocID="{55164361-CB86-45EC-8B03-E9B9DA63C778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76B3BD97-40CE-4C69-95CF-B55F154B3D3B}" type="pres">
      <dgm:prSet presAssocID="{8238276E-3941-4185-ABC7-7B117E43278F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827C9C03-0201-4433-9CF6-BB3138D42E60}" srcId="{67CBE118-848D-40F2-BC36-BA5E52A1D797}" destId="{8238276E-3941-4185-ABC7-7B117E43278F}" srcOrd="3" destOrd="0" parTransId="{6B398EC6-F247-4B21-A255-BC4EAB3BBAA3}" sibTransId="{55164361-CB86-45EC-8B03-E9B9DA63C778}"/>
    <dgm:cxn modelId="{7EAC2D60-4372-4145-8928-2EAAAE6222ED}" type="presOf" srcId="{B977D514-43C5-40B2-8767-21C55B61B292}" destId="{792907F4-CD31-4335-95DC-8370D3734324}" srcOrd="0" destOrd="0" presId="urn:microsoft.com/office/officeart/2016/7/layout/LinearBlockProcessNumbered"/>
    <dgm:cxn modelId="{E71B2067-6590-4F0C-9339-6DC3418A02DB}" type="presOf" srcId="{55164361-CB86-45EC-8B03-E9B9DA63C778}" destId="{F7EAB67F-54DE-4C14-B44A-749BFBFC3691}" srcOrd="0" destOrd="0" presId="urn:microsoft.com/office/officeart/2016/7/layout/LinearBlockProcessNumbered"/>
    <dgm:cxn modelId="{1D074F68-8F1A-4D7D-93B7-D23B1686F337}" type="presOf" srcId="{0F01823B-BAB5-4F73-802E-8CE4A4AF0B81}" destId="{2CD0FF59-A168-4486-87A1-B00D1A922A45}" srcOrd="0" destOrd="0" presId="urn:microsoft.com/office/officeart/2016/7/layout/LinearBlockProcessNumbered"/>
    <dgm:cxn modelId="{0FFB244F-1F4C-4990-A9F1-314DE9A84BC3}" type="presOf" srcId="{8238276E-3941-4185-ABC7-7B117E43278F}" destId="{76B3BD97-40CE-4C69-95CF-B55F154B3D3B}" srcOrd="1" destOrd="0" presId="urn:microsoft.com/office/officeart/2016/7/layout/LinearBlockProcessNumbered"/>
    <dgm:cxn modelId="{62B5607C-452D-4ECE-8FAA-E11401726612}" type="presOf" srcId="{66F7CCE5-0B72-4609-8A86-820A28B28FF8}" destId="{CCE8DD23-9358-473C-BE16-678A8105674D}" srcOrd="1" destOrd="0" presId="urn:microsoft.com/office/officeart/2016/7/layout/LinearBlockProcessNumbered"/>
    <dgm:cxn modelId="{AD5DEB84-D116-4326-B993-13D18E766EC9}" srcId="{67CBE118-848D-40F2-BC36-BA5E52A1D797}" destId="{0F01823B-BAB5-4F73-802E-8CE4A4AF0B81}" srcOrd="0" destOrd="0" parTransId="{4BEDD24A-10B4-4835-B551-2593FDEB5FB0}" sibTransId="{495362B4-F52E-4FE7-9C63-778E8F36974C}"/>
    <dgm:cxn modelId="{73B88F86-EE4A-4A5D-BF92-E1C26F2B64BA}" type="presOf" srcId="{66F7CCE5-0B72-4609-8A86-820A28B28FF8}" destId="{31096054-AC8A-490E-9657-40D3D1BFA872}" srcOrd="0" destOrd="0" presId="urn:microsoft.com/office/officeart/2016/7/layout/LinearBlockProcessNumbered"/>
    <dgm:cxn modelId="{E0C24C93-14CB-448A-97C8-6AF4738BB87B}" type="presOf" srcId="{67CBE118-848D-40F2-BC36-BA5E52A1D797}" destId="{17E50E03-4699-4BB4-8B36-5F41BF92D914}" srcOrd="0" destOrd="0" presId="urn:microsoft.com/office/officeart/2016/7/layout/LinearBlockProcessNumbered"/>
    <dgm:cxn modelId="{EB20B99E-17CB-4AFF-82E6-503ACD3E3307}" type="presOf" srcId="{0F01823B-BAB5-4F73-802E-8CE4A4AF0B81}" destId="{13D424C6-3867-4E84-98BD-F341ED5AB7FF}" srcOrd="1" destOrd="0" presId="urn:microsoft.com/office/officeart/2016/7/layout/LinearBlockProcessNumbered"/>
    <dgm:cxn modelId="{948B05A8-FD48-4E5A-B1CF-85DA491F8CBC}" srcId="{67CBE118-848D-40F2-BC36-BA5E52A1D797}" destId="{52C3BE05-EB22-473B-A98F-BC7A8CD1B4B3}" srcOrd="1" destOrd="0" parTransId="{54D61367-47DA-406A-B41C-8783B7E172C1}" sibTransId="{AC14D898-38FD-46DD-B4AF-E9D770B9E987}"/>
    <dgm:cxn modelId="{DC8557B0-49A5-44C9-92AE-F53F9B710C66}" type="presOf" srcId="{8238276E-3941-4185-ABC7-7B117E43278F}" destId="{1FF9DF21-7AAF-4534-A486-084575C45BFD}" srcOrd="0" destOrd="0" presId="urn:microsoft.com/office/officeart/2016/7/layout/LinearBlockProcessNumbered"/>
    <dgm:cxn modelId="{CC452DB3-CF29-4C25-A529-5B866EB0BC38}" type="presOf" srcId="{52C3BE05-EB22-473B-A98F-BC7A8CD1B4B3}" destId="{06936417-0BE7-4691-9161-8665A6BFA9C9}" srcOrd="1" destOrd="0" presId="urn:microsoft.com/office/officeart/2016/7/layout/LinearBlockProcessNumbered"/>
    <dgm:cxn modelId="{888E74B5-24FA-44DE-B241-428B1BA4C438}" srcId="{67CBE118-848D-40F2-BC36-BA5E52A1D797}" destId="{66F7CCE5-0B72-4609-8A86-820A28B28FF8}" srcOrd="2" destOrd="0" parTransId="{6753A72C-2AB0-48D3-BDD8-45BE04FD08BE}" sibTransId="{B977D514-43C5-40B2-8767-21C55B61B292}"/>
    <dgm:cxn modelId="{943183BF-9E7B-4C4D-B4DE-8E19025974DE}" type="presOf" srcId="{495362B4-F52E-4FE7-9C63-778E8F36974C}" destId="{D316434C-B470-4D7A-A834-AD917D70E61B}" srcOrd="0" destOrd="0" presId="urn:microsoft.com/office/officeart/2016/7/layout/LinearBlockProcessNumbered"/>
    <dgm:cxn modelId="{BA5E31DA-9C6B-47DF-BE44-3BD2A3825021}" type="presOf" srcId="{52C3BE05-EB22-473B-A98F-BC7A8CD1B4B3}" destId="{EE519B18-705A-4485-8D01-5CF8F48A57A6}" srcOrd="0" destOrd="0" presId="urn:microsoft.com/office/officeart/2016/7/layout/LinearBlockProcessNumbered"/>
    <dgm:cxn modelId="{99D39AFD-6A2C-4902-8CC9-45DCC44E1166}" type="presOf" srcId="{AC14D898-38FD-46DD-B4AF-E9D770B9E987}" destId="{4B7A3C66-0590-4010-8BB7-A9D30B3C00EE}" srcOrd="0" destOrd="0" presId="urn:microsoft.com/office/officeart/2016/7/layout/LinearBlockProcessNumbered"/>
    <dgm:cxn modelId="{03B98E1F-6B50-4180-8D46-4861701A2B92}" type="presParOf" srcId="{17E50E03-4699-4BB4-8B36-5F41BF92D914}" destId="{3350FFFE-70F3-4DD9-9A71-23B20E4716E3}" srcOrd="0" destOrd="0" presId="urn:microsoft.com/office/officeart/2016/7/layout/LinearBlockProcessNumbered"/>
    <dgm:cxn modelId="{EA5010BB-D4FD-4D33-AAB8-A786F24A8E17}" type="presParOf" srcId="{3350FFFE-70F3-4DD9-9A71-23B20E4716E3}" destId="{2CD0FF59-A168-4486-87A1-B00D1A922A45}" srcOrd="0" destOrd="0" presId="urn:microsoft.com/office/officeart/2016/7/layout/LinearBlockProcessNumbered"/>
    <dgm:cxn modelId="{59951CB8-F78F-4A26-8A5C-F3B30F6E210E}" type="presParOf" srcId="{3350FFFE-70F3-4DD9-9A71-23B20E4716E3}" destId="{D316434C-B470-4D7A-A834-AD917D70E61B}" srcOrd="1" destOrd="0" presId="urn:microsoft.com/office/officeart/2016/7/layout/LinearBlockProcessNumbered"/>
    <dgm:cxn modelId="{EFA0E31B-F8ED-4081-9E05-BD9F249D87B1}" type="presParOf" srcId="{3350FFFE-70F3-4DD9-9A71-23B20E4716E3}" destId="{13D424C6-3867-4E84-98BD-F341ED5AB7FF}" srcOrd="2" destOrd="0" presId="urn:microsoft.com/office/officeart/2016/7/layout/LinearBlockProcessNumbered"/>
    <dgm:cxn modelId="{151AA603-C290-4A61-AB1C-2DD75CB24427}" type="presParOf" srcId="{17E50E03-4699-4BB4-8B36-5F41BF92D914}" destId="{95CCF6ED-6308-422A-B7D8-A5E7D11D86D3}" srcOrd="1" destOrd="0" presId="urn:microsoft.com/office/officeart/2016/7/layout/LinearBlockProcessNumbered"/>
    <dgm:cxn modelId="{BFFCFA8D-97E5-402F-96A1-A3CAA5F6F425}" type="presParOf" srcId="{17E50E03-4699-4BB4-8B36-5F41BF92D914}" destId="{9DFBD2B6-7B23-4AC2-BAEF-8D6B008A3AF7}" srcOrd="2" destOrd="0" presId="urn:microsoft.com/office/officeart/2016/7/layout/LinearBlockProcessNumbered"/>
    <dgm:cxn modelId="{99754503-DC3C-4CDE-A2DA-D7E760B35D61}" type="presParOf" srcId="{9DFBD2B6-7B23-4AC2-BAEF-8D6B008A3AF7}" destId="{EE519B18-705A-4485-8D01-5CF8F48A57A6}" srcOrd="0" destOrd="0" presId="urn:microsoft.com/office/officeart/2016/7/layout/LinearBlockProcessNumbered"/>
    <dgm:cxn modelId="{B5F68B93-8BDF-4331-8118-9575F9D619D5}" type="presParOf" srcId="{9DFBD2B6-7B23-4AC2-BAEF-8D6B008A3AF7}" destId="{4B7A3C66-0590-4010-8BB7-A9D30B3C00EE}" srcOrd="1" destOrd="0" presId="urn:microsoft.com/office/officeart/2016/7/layout/LinearBlockProcessNumbered"/>
    <dgm:cxn modelId="{26977E1D-DC1B-46CA-885B-0551BC102580}" type="presParOf" srcId="{9DFBD2B6-7B23-4AC2-BAEF-8D6B008A3AF7}" destId="{06936417-0BE7-4691-9161-8665A6BFA9C9}" srcOrd="2" destOrd="0" presId="urn:microsoft.com/office/officeart/2016/7/layout/LinearBlockProcessNumbered"/>
    <dgm:cxn modelId="{FE5D84A8-2EBD-4425-B316-A2007BB6FBF1}" type="presParOf" srcId="{17E50E03-4699-4BB4-8B36-5F41BF92D914}" destId="{AC80B31A-9844-46FD-9C1D-F2C174700330}" srcOrd="3" destOrd="0" presId="urn:microsoft.com/office/officeart/2016/7/layout/LinearBlockProcessNumbered"/>
    <dgm:cxn modelId="{5D888D95-516C-495A-9FED-4DD1E8BF192A}" type="presParOf" srcId="{17E50E03-4699-4BB4-8B36-5F41BF92D914}" destId="{5262C3D5-8F12-49E8-AD2C-4DCA07A2F949}" srcOrd="4" destOrd="0" presId="urn:microsoft.com/office/officeart/2016/7/layout/LinearBlockProcessNumbered"/>
    <dgm:cxn modelId="{4BAF447D-C890-45A6-800E-A3B73CEC8334}" type="presParOf" srcId="{5262C3D5-8F12-49E8-AD2C-4DCA07A2F949}" destId="{31096054-AC8A-490E-9657-40D3D1BFA872}" srcOrd="0" destOrd="0" presId="urn:microsoft.com/office/officeart/2016/7/layout/LinearBlockProcessNumbered"/>
    <dgm:cxn modelId="{F744BAEC-2DB4-4BF2-A7EE-E45D08850F82}" type="presParOf" srcId="{5262C3D5-8F12-49E8-AD2C-4DCA07A2F949}" destId="{792907F4-CD31-4335-95DC-8370D3734324}" srcOrd="1" destOrd="0" presId="urn:microsoft.com/office/officeart/2016/7/layout/LinearBlockProcessNumbered"/>
    <dgm:cxn modelId="{B6190AEB-299F-41A3-B267-F740B97769C6}" type="presParOf" srcId="{5262C3D5-8F12-49E8-AD2C-4DCA07A2F949}" destId="{CCE8DD23-9358-473C-BE16-678A8105674D}" srcOrd="2" destOrd="0" presId="urn:microsoft.com/office/officeart/2016/7/layout/LinearBlockProcessNumbered"/>
    <dgm:cxn modelId="{18690871-4C91-46C1-B705-C3596F0C008D}" type="presParOf" srcId="{17E50E03-4699-4BB4-8B36-5F41BF92D914}" destId="{8220B007-5D7C-4780-8E47-EA70180CDB29}" srcOrd="5" destOrd="0" presId="urn:microsoft.com/office/officeart/2016/7/layout/LinearBlockProcessNumbered"/>
    <dgm:cxn modelId="{AA260391-B8D2-46A2-829B-1B9D1748FA5E}" type="presParOf" srcId="{17E50E03-4699-4BB4-8B36-5F41BF92D914}" destId="{AEEEDC42-5F00-42E8-BAC4-BB73F3267661}" srcOrd="6" destOrd="0" presId="urn:microsoft.com/office/officeart/2016/7/layout/LinearBlockProcessNumbered"/>
    <dgm:cxn modelId="{60641FF3-725C-460E-BAFE-8D66E42439AD}" type="presParOf" srcId="{AEEEDC42-5F00-42E8-BAC4-BB73F3267661}" destId="{1FF9DF21-7AAF-4534-A486-084575C45BFD}" srcOrd="0" destOrd="0" presId="urn:microsoft.com/office/officeart/2016/7/layout/LinearBlockProcessNumbered"/>
    <dgm:cxn modelId="{2052170B-15C5-4234-9279-6906626FC823}" type="presParOf" srcId="{AEEEDC42-5F00-42E8-BAC4-BB73F3267661}" destId="{F7EAB67F-54DE-4C14-B44A-749BFBFC3691}" srcOrd="1" destOrd="0" presId="urn:microsoft.com/office/officeart/2016/7/layout/LinearBlockProcessNumbered"/>
    <dgm:cxn modelId="{2B7FD083-841E-420D-9EB4-45F0A13998AB}" type="presParOf" srcId="{AEEEDC42-5F00-42E8-BAC4-BB73F3267661}" destId="{76B3BD97-40CE-4C69-95CF-B55F154B3D3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5CDDA7-9118-4790-8C13-B7AA455D6A7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B83E473-13AF-4FE0-AB42-E8C963A26BE0}">
      <dgm:prSet/>
      <dgm:spPr/>
      <dgm:t>
        <a:bodyPr/>
        <a:lstStyle/>
        <a:p>
          <a:pPr>
            <a:defRPr cap="all"/>
          </a:pPr>
          <a:r>
            <a:rPr lang="en-US"/>
            <a:t>PostgreSQL (Users): ACID, strong consistency, relational queries</a:t>
          </a:r>
        </a:p>
      </dgm:t>
    </dgm:pt>
    <dgm:pt modelId="{051006F8-ED22-499F-9686-104ABC712324}" type="parTrans" cxnId="{D4A6FC4F-24ED-4C6E-863B-AF0C42BF73A6}">
      <dgm:prSet/>
      <dgm:spPr/>
      <dgm:t>
        <a:bodyPr/>
        <a:lstStyle/>
        <a:p>
          <a:endParaRPr lang="en-US"/>
        </a:p>
      </dgm:t>
    </dgm:pt>
    <dgm:pt modelId="{110BD83B-1139-46AC-BBBF-0D935576C7FB}" type="sibTrans" cxnId="{D4A6FC4F-24ED-4C6E-863B-AF0C42BF73A6}">
      <dgm:prSet/>
      <dgm:spPr/>
      <dgm:t>
        <a:bodyPr/>
        <a:lstStyle/>
        <a:p>
          <a:endParaRPr lang="en-US"/>
        </a:p>
      </dgm:t>
    </dgm:pt>
    <dgm:pt modelId="{94C75DCC-FAF9-40C6-8965-F0CBD6210656}">
      <dgm:prSet/>
      <dgm:spPr/>
      <dgm:t>
        <a:bodyPr/>
        <a:lstStyle/>
        <a:p>
          <a:pPr>
            <a:defRPr cap="all"/>
          </a:pPr>
          <a:r>
            <a:rPr lang="en-US"/>
            <a:t>MongoDB (Posts): Flexible schema, documents for content</a:t>
          </a:r>
        </a:p>
      </dgm:t>
    </dgm:pt>
    <dgm:pt modelId="{E63BA649-3204-4039-855E-8D80F98C787F}" type="parTrans" cxnId="{779CCE06-1FDA-46B2-976A-224E7AE26CFD}">
      <dgm:prSet/>
      <dgm:spPr/>
      <dgm:t>
        <a:bodyPr/>
        <a:lstStyle/>
        <a:p>
          <a:endParaRPr lang="en-US"/>
        </a:p>
      </dgm:t>
    </dgm:pt>
    <dgm:pt modelId="{21DD9073-D101-458F-9115-827802194971}" type="sibTrans" cxnId="{779CCE06-1FDA-46B2-976A-224E7AE26CFD}">
      <dgm:prSet/>
      <dgm:spPr/>
      <dgm:t>
        <a:bodyPr/>
        <a:lstStyle/>
        <a:p>
          <a:endParaRPr lang="en-US"/>
        </a:p>
      </dgm:t>
    </dgm:pt>
    <dgm:pt modelId="{B5D66A62-BCDB-4365-9A56-A073E12F74C1}">
      <dgm:prSet/>
      <dgm:spPr/>
      <dgm:t>
        <a:bodyPr/>
        <a:lstStyle/>
        <a:p>
          <a:pPr>
            <a:defRPr cap="all"/>
          </a:pPr>
          <a:r>
            <a:rPr lang="en-US" dirty="0"/>
            <a:t>Neo4j (Graph): Native graph queries and visualization</a:t>
          </a:r>
        </a:p>
      </dgm:t>
    </dgm:pt>
    <dgm:pt modelId="{7A2437DD-5A01-4103-A5BA-31DDC5F90090}" type="parTrans" cxnId="{1B8D5197-F702-4E81-9C01-2C9F4E566800}">
      <dgm:prSet/>
      <dgm:spPr/>
      <dgm:t>
        <a:bodyPr/>
        <a:lstStyle/>
        <a:p>
          <a:endParaRPr lang="en-US"/>
        </a:p>
      </dgm:t>
    </dgm:pt>
    <dgm:pt modelId="{E59B8AD1-586B-4278-AAC6-7BDA6B30674A}" type="sibTrans" cxnId="{1B8D5197-F702-4E81-9C01-2C9F4E566800}">
      <dgm:prSet/>
      <dgm:spPr/>
      <dgm:t>
        <a:bodyPr/>
        <a:lstStyle/>
        <a:p>
          <a:endParaRPr lang="en-US"/>
        </a:p>
      </dgm:t>
    </dgm:pt>
    <dgm:pt modelId="{6D1480E6-98BA-4020-8621-353D43280573}">
      <dgm:prSet/>
      <dgm:spPr/>
      <dgm:t>
        <a:bodyPr/>
        <a:lstStyle/>
        <a:p>
          <a:pPr>
            <a:defRPr cap="all"/>
          </a:pPr>
          <a:r>
            <a:rPr lang="en-US" dirty="0" err="1"/>
            <a:t>TimescaleDB</a:t>
          </a:r>
          <a:r>
            <a:rPr lang="en-US" dirty="0"/>
            <a:t> (Events): Time-series optimized analytics</a:t>
          </a:r>
        </a:p>
      </dgm:t>
    </dgm:pt>
    <dgm:pt modelId="{1F51B6CE-F156-464A-A857-287B660B295D}" type="parTrans" cxnId="{5B2F5C5F-F521-4A1B-9D46-E6383D2B1DC1}">
      <dgm:prSet/>
      <dgm:spPr/>
      <dgm:t>
        <a:bodyPr/>
        <a:lstStyle/>
        <a:p>
          <a:endParaRPr lang="en-US"/>
        </a:p>
      </dgm:t>
    </dgm:pt>
    <dgm:pt modelId="{40DD0F1B-739A-450D-907F-F662920AB8F0}" type="sibTrans" cxnId="{5B2F5C5F-F521-4A1B-9D46-E6383D2B1DC1}">
      <dgm:prSet/>
      <dgm:spPr/>
      <dgm:t>
        <a:bodyPr/>
        <a:lstStyle/>
        <a:p>
          <a:endParaRPr lang="en-US"/>
        </a:p>
      </dgm:t>
    </dgm:pt>
    <dgm:pt modelId="{209ECBDC-2D24-4EC8-8DEA-9BFE4655CB5F}">
      <dgm:prSet/>
      <dgm:spPr/>
      <dgm:t>
        <a:bodyPr/>
        <a:lstStyle/>
        <a:p>
          <a:pPr>
            <a:defRPr cap="all"/>
          </a:pPr>
          <a:r>
            <a:rPr lang="en-US" dirty="0"/>
            <a:t>Redis (Cache): Low-latency reads and profile caching</a:t>
          </a:r>
        </a:p>
      </dgm:t>
    </dgm:pt>
    <dgm:pt modelId="{7B204640-FDF7-4473-B7D6-873C9494663D}" type="parTrans" cxnId="{FE4158F3-0E83-4043-9417-0E4FB506ABB3}">
      <dgm:prSet/>
      <dgm:spPr/>
      <dgm:t>
        <a:bodyPr/>
        <a:lstStyle/>
        <a:p>
          <a:endParaRPr lang="en-US"/>
        </a:p>
      </dgm:t>
    </dgm:pt>
    <dgm:pt modelId="{1CD6F214-D635-4E34-BAED-39F8C9927915}" type="sibTrans" cxnId="{FE4158F3-0E83-4043-9417-0E4FB506ABB3}">
      <dgm:prSet/>
      <dgm:spPr/>
      <dgm:t>
        <a:bodyPr/>
        <a:lstStyle/>
        <a:p>
          <a:endParaRPr lang="en-US"/>
        </a:p>
      </dgm:t>
    </dgm:pt>
    <dgm:pt modelId="{CD3F5675-62F1-46E7-9C00-08900E125E74}" type="pres">
      <dgm:prSet presAssocID="{FD5CDDA7-9118-4790-8C13-B7AA455D6A77}" presName="root" presStyleCnt="0">
        <dgm:presLayoutVars>
          <dgm:dir/>
          <dgm:resizeHandles val="exact"/>
        </dgm:presLayoutVars>
      </dgm:prSet>
      <dgm:spPr/>
    </dgm:pt>
    <dgm:pt modelId="{B0AF579E-DF94-443F-B6E4-29C3E36F1EB9}" type="pres">
      <dgm:prSet presAssocID="{1B83E473-13AF-4FE0-AB42-E8C963A26BE0}" presName="compNode" presStyleCnt="0"/>
      <dgm:spPr/>
    </dgm:pt>
    <dgm:pt modelId="{1FB0203A-5D45-4436-8033-4ADAF040DA2D}" type="pres">
      <dgm:prSet presAssocID="{1B83E473-13AF-4FE0-AB42-E8C963A26BE0}" presName="iconBgRect" presStyleLbl="bgShp" presStyleIdx="0" presStyleCnt="5"/>
      <dgm:spPr/>
    </dgm:pt>
    <dgm:pt modelId="{6E1706D8-CA8F-4E1E-8BED-37325A448915}" type="pres">
      <dgm:prSet presAssocID="{1B83E473-13AF-4FE0-AB42-E8C963A26BE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43A24F97-632B-479C-9F1A-0C89EC48A1CD}" type="pres">
      <dgm:prSet presAssocID="{1B83E473-13AF-4FE0-AB42-E8C963A26BE0}" presName="spaceRect" presStyleCnt="0"/>
      <dgm:spPr/>
    </dgm:pt>
    <dgm:pt modelId="{C9E9E81C-D1ED-4CD7-9D92-44284C7D02C1}" type="pres">
      <dgm:prSet presAssocID="{1B83E473-13AF-4FE0-AB42-E8C963A26BE0}" presName="textRect" presStyleLbl="revTx" presStyleIdx="0" presStyleCnt="5">
        <dgm:presLayoutVars>
          <dgm:chMax val="1"/>
          <dgm:chPref val="1"/>
        </dgm:presLayoutVars>
      </dgm:prSet>
      <dgm:spPr/>
    </dgm:pt>
    <dgm:pt modelId="{FC0EC076-E350-45E4-811E-097D504D2066}" type="pres">
      <dgm:prSet presAssocID="{110BD83B-1139-46AC-BBBF-0D935576C7FB}" presName="sibTrans" presStyleCnt="0"/>
      <dgm:spPr/>
    </dgm:pt>
    <dgm:pt modelId="{45E62C1F-6CA8-4027-B1C0-775D75730C43}" type="pres">
      <dgm:prSet presAssocID="{94C75DCC-FAF9-40C6-8965-F0CBD6210656}" presName="compNode" presStyleCnt="0"/>
      <dgm:spPr/>
    </dgm:pt>
    <dgm:pt modelId="{8B5F94E5-5CB4-49CF-88B0-F9BB76E03813}" type="pres">
      <dgm:prSet presAssocID="{94C75DCC-FAF9-40C6-8965-F0CBD6210656}" presName="iconBgRect" presStyleLbl="bgShp" presStyleIdx="1" presStyleCnt="5"/>
      <dgm:spPr/>
    </dgm:pt>
    <dgm:pt modelId="{9CC23FFD-E26C-4CFD-8299-E501495464A2}" type="pres">
      <dgm:prSet presAssocID="{94C75DCC-FAF9-40C6-8965-F0CBD621065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9C0F292-C543-4E28-A0D8-BDA241F1C053}" type="pres">
      <dgm:prSet presAssocID="{94C75DCC-FAF9-40C6-8965-F0CBD6210656}" presName="spaceRect" presStyleCnt="0"/>
      <dgm:spPr/>
    </dgm:pt>
    <dgm:pt modelId="{64D03777-1E56-4E97-8BD9-6CD6B0136928}" type="pres">
      <dgm:prSet presAssocID="{94C75DCC-FAF9-40C6-8965-F0CBD6210656}" presName="textRect" presStyleLbl="revTx" presStyleIdx="1" presStyleCnt="5">
        <dgm:presLayoutVars>
          <dgm:chMax val="1"/>
          <dgm:chPref val="1"/>
        </dgm:presLayoutVars>
      </dgm:prSet>
      <dgm:spPr/>
    </dgm:pt>
    <dgm:pt modelId="{1DDA3943-A4A1-43EC-9A24-1F99288FCBD6}" type="pres">
      <dgm:prSet presAssocID="{21DD9073-D101-458F-9115-827802194971}" presName="sibTrans" presStyleCnt="0"/>
      <dgm:spPr/>
    </dgm:pt>
    <dgm:pt modelId="{F119D86F-D9CA-4D21-8261-3F2F175FD74E}" type="pres">
      <dgm:prSet presAssocID="{B5D66A62-BCDB-4365-9A56-A073E12F74C1}" presName="compNode" presStyleCnt="0"/>
      <dgm:spPr/>
    </dgm:pt>
    <dgm:pt modelId="{41842545-B169-4123-810E-AC1BBDCB9616}" type="pres">
      <dgm:prSet presAssocID="{B5D66A62-BCDB-4365-9A56-A073E12F74C1}" presName="iconBgRect" presStyleLbl="bgShp" presStyleIdx="2" presStyleCnt="5"/>
      <dgm:spPr/>
    </dgm:pt>
    <dgm:pt modelId="{69B3FC1B-918F-4A49-893A-33083FB0918D}" type="pres">
      <dgm:prSet presAssocID="{B5D66A62-BCDB-4365-9A56-A073E12F74C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1FFE4E2-A0E9-45A7-9A88-1B082726CAE4}" type="pres">
      <dgm:prSet presAssocID="{B5D66A62-BCDB-4365-9A56-A073E12F74C1}" presName="spaceRect" presStyleCnt="0"/>
      <dgm:spPr/>
    </dgm:pt>
    <dgm:pt modelId="{71DD7A1F-0B77-400E-A771-89EE28F2C80F}" type="pres">
      <dgm:prSet presAssocID="{B5D66A62-BCDB-4365-9A56-A073E12F74C1}" presName="textRect" presStyleLbl="revTx" presStyleIdx="2" presStyleCnt="5">
        <dgm:presLayoutVars>
          <dgm:chMax val="1"/>
          <dgm:chPref val="1"/>
        </dgm:presLayoutVars>
      </dgm:prSet>
      <dgm:spPr/>
    </dgm:pt>
    <dgm:pt modelId="{5A840B59-494D-456F-A65B-B6F5AD98D241}" type="pres">
      <dgm:prSet presAssocID="{E59B8AD1-586B-4278-AAC6-7BDA6B30674A}" presName="sibTrans" presStyleCnt="0"/>
      <dgm:spPr/>
    </dgm:pt>
    <dgm:pt modelId="{563A3C4F-0DF8-4341-A7E8-88EBB62D9616}" type="pres">
      <dgm:prSet presAssocID="{6D1480E6-98BA-4020-8621-353D43280573}" presName="compNode" presStyleCnt="0"/>
      <dgm:spPr/>
    </dgm:pt>
    <dgm:pt modelId="{3FE5A747-259D-437B-BAEC-5F2BF0C7DEA6}" type="pres">
      <dgm:prSet presAssocID="{6D1480E6-98BA-4020-8621-353D43280573}" presName="iconBgRect" presStyleLbl="bgShp" presStyleIdx="3" presStyleCnt="5"/>
      <dgm:spPr/>
    </dgm:pt>
    <dgm:pt modelId="{B9CC6F7F-B624-4912-9D40-81C5B767C842}" type="pres">
      <dgm:prSet presAssocID="{6D1480E6-98BA-4020-8621-353D4328057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B4B850A-0250-4BEE-9C3C-EBC6422126AC}" type="pres">
      <dgm:prSet presAssocID="{6D1480E6-98BA-4020-8621-353D43280573}" presName="spaceRect" presStyleCnt="0"/>
      <dgm:spPr/>
    </dgm:pt>
    <dgm:pt modelId="{D76E4E8A-0379-411D-BF08-4D2761E6D1AC}" type="pres">
      <dgm:prSet presAssocID="{6D1480E6-98BA-4020-8621-353D43280573}" presName="textRect" presStyleLbl="revTx" presStyleIdx="3" presStyleCnt="5">
        <dgm:presLayoutVars>
          <dgm:chMax val="1"/>
          <dgm:chPref val="1"/>
        </dgm:presLayoutVars>
      </dgm:prSet>
      <dgm:spPr/>
    </dgm:pt>
    <dgm:pt modelId="{21AF0D62-2BCB-4564-BB67-CF8BB59213FC}" type="pres">
      <dgm:prSet presAssocID="{40DD0F1B-739A-450D-907F-F662920AB8F0}" presName="sibTrans" presStyleCnt="0"/>
      <dgm:spPr/>
    </dgm:pt>
    <dgm:pt modelId="{37F97D75-BB86-4840-AF49-99E69D0ACEC5}" type="pres">
      <dgm:prSet presAssocID="{209ECBDC-2D24-4EC8-8DEA-9BFE4655CB5F}" presName="compNode" presStyleCnt="0"/>
      <dgm:spPr/>
    </dgm:pt>
    <dgm:pt modelId="{D6BE91CD-E28C-4E05-8B68-8A66C6999035}" type="pres">
      <dgm:prSet presAssocID="{209ECBDC-2D24-4EC8-8DEA-9BFE4655CB5F}" presName="iconBgRect" presStyleLbl="bgShp" presStyleIdx="4" presStyleCnt="5"/>
      <dgm:spPr/>
    </dgm:pt>
    <dgm:pt modelId="{A6FEFC58-0163-4F2B-907D-DADAE1D04EC2}" type="pres">
      <dgm:prSet presAssocID="{209ECBDC-2D24-4EC8-8DEA-9BFE4655CB5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F9188BD-3EB0-4886-A380-2B4B304CCF32}" type="pres">
      <dgm:prSet presAssocID="{209ECBDC-2D24-4EC8-8DEA-9BFE4655CB5F}" presName="spaceRect" presStyleCnt="0"/>
      <dgm:spPr/>
    </dgm:pt>
    <dgm:pt modelId="{84B2C266-8E51-4D6E-B352-1AFFD6923A12}" type="pres">
      <dgm:prSet presAssocID="{209ECBDC-2D24-4EC8-8DEA-9BFE4655CB5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79CCE06-1FDA-46B2-976A-224E7AE26CFD}" srcId="{FD5CDDA7-9118-4790-8C13-B7AA455D6A77}" destId="{94C75DCC-FAF9-40C6-8965-F0CBD6210656}" srcOrd="1" destOrd="0" parTransId="{E63BA649-3204-4039-855E-8D80F98C787F}" sibTransId="{21DD9073-D101-458F-9115-827802194971}"/>
    <dgm:cxn modelId="{5B2F5C5F-F521-4A1B-9D46-E6383D2B1DC1}" srcId="{FD5CDDA7-9118-4790-8C13-B7AA455D6A77}" destId="{6D1480E6-98BA-4020-8621-353D43280573}" srcOrd="3" destOrd="0" parTransId="{1F51B6CE-F156-464A-A857-287B660B295D}" sibTransId="{40DD0F1B-739A-450D-907F-F662920AB8F0}"/>
    <dgm:cxn modelId="{772B574C-A974-441E-90A6-CA1CEFC1A188}" type="presOf" srcId="{6D1480E6-98BA-4020-8621-353D43280573}" destId="{D76E4E8A-0379-411D-BF08-4D2761E6D1AC}" srcOrd="0" destOrd="0" presId="urn:microsoft.com/office/officeart/2018/5/layout/IconCircleLabelList"/>
    <dgm:cxn modelId="{46F76A4D-6456-4737-B13D-03B2E28F306D}" type="presOf" srcId="{B5D66A62-BCDB-4365-9A56-A073E12F74C1}" destId="{71DD7A1F-0B77-400E-A771-89EE28F2C80F}" srcOrd="0" destOrd="0" presId="urn:microsoft.com/office/officeart/2018/5/layout/IconCircleLabelList"/>
    <dgm:cxn modelId="{D4A6FC4F-24ED-4C6E-863B-AF0C42BF73A6}" srcId="{FD5CDDA7-9118-4790-8C13-B7AA455D6A77}" destId="{1B83E473-13AF-4FE0-AB42-E8C963A26BE0}" srcOrd="0" destOrd="0" parTransId="{051006F8-ED22-499F-9686-104ABC712324}" sibTransId="{110BD83B-1139-46AC-BBBF-0D935576C7FB}"/>
    <dgm:cxn modelId="{7C844552-C9D4-43B6-A6C1-2A2237B79768}" type="presOf" srcId="{1B83E473-13AF-4FE0-AB42-E8C963A26BE0}" destId="{C9E9E81C-D1ED-4CD7-9D92-44284C7D02C1}" srcOrd="0" destOrd="0" presId="urn:microsoft.com/office/officeart/2018/5/layout/IconCircleLabelList"/>
    <dgm:cxn modelId="{3E143F90-9433-4014-BD61-78B24570DF5F}" type="presOf" srcId="{FD5CDDA7-9118-4790-8C13-B7AA455D6A77}" destId="{CD3F5675-62F1-46E7-9C00-08900E125E74}" srcOrd="0" destOrd="0" presId="urn:microsoft.com/office/officeart/2018/5/layout/IconCircleLabelList"/>
    <dgm:cxn modelId="{1B8D5197-F702-4E81-9C01-2C9F4E566800}" srcId="{FD5CDDA7-9118-4790-8C13-B7AA455D6A77}" destId="{B5D66A62-BCDB-4365-9A56-A073E12F74C1}" srcOrd="2" destOrd="0" parTransId="{7A2437DD-5A01-4103-A5BA-31DDC5F90090}" sibTransId="{E59B8AD1-586B-4278-AAC6-7BDA6B30674A}"/>
    <dgm:cxn modelId="{C15719BD-BBDC-4DD3-9F50-91244D5E3C34}" type="presOf" srcId="{209ECBDC-2D24-4EC8-8DEA-9BFE4655CB5F}" destId="{84B2C266-8E51-4D6E-B352-1AFFD6923A12}" srcOrd="0" destOrd="0" presId="urn:microsoft.com/office/officeart/2018/5/layout/IconCircleLabelList"/>
    <dgm:cxn modelId="{11B33BD5-22A1-4724-9D3F-DB79631BB3AF}" type="presOf" srcId="{94C75DCC-FAF9-40C6-8965-F0CBD6210656}" destId="{64D03777-1E56-4E97-8BD9-6CD6B0136928}" srcOrd="0" destOrd="0" presId="urn:microsoft.com/office/officeart/2018/5/layout/IconCircleLabelList"/>
    <dgm:cxn modelId="{FE4158F3-0E83-4043-9417-0E4FB506ABB3}" srcId="{FD5CDDA7-9118-4790-8C13-B7AA455D6A77}" destId="{209ECBDC-2D24-4EC8-8DEA-9BFE4655CB5F}" srcOrd="4" destOrd="0" parTransId="{7B204640-FDF7-4473-B7D6-873C9494663D}" sibTransId="{1CD6F214-D635-4E34-BAED-39F8C9927915}"/>
    <dgm:cxn modelId="{66F78781-26C6-42FB-B53B-78C66BF89F2C}" type="presParOf" srcId="{CD3F5675-62F1-46E7-9C00-08900E125E74}" destId="{B0AF579E-DF94-443F-B6E4-29C3E36F1EB9}" srcOrd="0" destOrd="0" presId="urn:microsoft.com/office/officeart/2018/5/layout/IconCircleLabelList"/>
    <dgm:cxn modelId="{1DFA771B-D3C0-4D43-AED8-FC1054300F40}" type="presParOf" srcId="{B0AF579E-DF94-443F-B6E4-29C3E36F1EB9}" destId="{1FB0203A-5D45-4436-8033-4ADAF040DA2D}" srcOrd="0" destOrd="0" presId="urn:microsoft.com/office/officeart/2018/5/layout/IconCircleLabelList"/>
    <dgm:cxn modelId="{3E00D328-C05D-47F8-9F6D-559409112281}" type="presParOf" srcId="{B0AF579E-DF94-443F-B6E4-29C3E36F1EB9}" destId="{6E1706D8-CA8F-4E1E-8BED-37325A448915}" srcOrd="1" destOrd="0" presId="urn:microsoft.com/office/officeart/2018/5/layout/IconCircleLabelList"/>
    <dgm:cxn modelId="{7723BB47-3E0D-4506-8691-165B49FE16D9}" type="presParOf" srcId="{B0AF579E-DF94-443F-B6E4-29C3E36F1EB9}" destId="{43A24F97-632B-479C-9F1A-0C89EC48A1CD}" srcOrd="2" destOrd="0" presId="urn:microsoft.com/office/officeart/2018/5/layout/IconCircleLabelList"/>
    <dgm:cxn modelId="{9C6D11F3-4DB5-40D4-8F66-2F599BC4C55F}" type="presParOf" srcId="{B0AF579E-DF94-443F-B6E4-29C3E36F1EB9}" destId="{C9E9E81C-D1ED-4CD7-9D92-44284C7D02C1}" srcOrd="3" destOrd="0" presId="urn:microsoft.com/office/officeart/2018/5/layout/IconCircleLabelList"/>
    <dgm:cxn modelId="{3ED64EE7-FE96-49D3-86A7-E9C9AE75367D}" type="presParOf" srcId="{CD3F5675-62F1-46E7-9C00-08900E125E74}" destId="{FC0EC076-E350-45E4-811E-097D504D2066}" srcOrd="1" destOrd="0" presId="urn:microsoft.com/office/officeart/2018/5/layout/IconCircleLabelList"/>
    <dgm:cxn modelId="{60E2088F-F28A-4356-A0C1-529976DFCD52}" type="presParOf" srcId="{CD3F5675-62F1-46E7-9C00-08900E125E74}" destId="{45E62C1F-6CA8-4027-B1C0-775D75730C43}" srcOrd="2" destOrd="0" presId="urn:microsoft.com/office/officeart/2018/5/layout/IconCircleLabelList"/>
    <dgm:cxn modelId="{0D6687D8-7BF9-4398-9953-51737AE92360}" type="presParOf" srcId="{45E62C1F-6CA8-4027-B1C0-775D75730C43}" destId="{8B5F94E5-5CB4-49CF-88B0-F9BB76E03813}" srcOrd="0" destOrd="0" presId="urn:microsoft.com/office/officeart/2018/5/layout/IconCircleLabelList"/>
    <dgm:cxn modelId="{636DAFB9-19BC-4920-9D2A-2748BB672C89}" type="presParOf" srcId="{45E62C1F-6CA8-4027-B1C0-775D75730C43}" destId="{9CC23FFD-E26C-4CFD-8299-E501495464A2}" srcOrd="1" destOrd="0" presId="urn:microsoft.com/office/officeart/2018/5/layout/IconCircleLabelList"/>
    <dgm:cxn modelId="{2247BCB4-9543-44B5-AEE3-6210830C01D3}" type="presParOf" srcId="{45E62C1F-6CA8-4027-B1C0-775D75730C43}" destId="{E9C0F292-C543-4E28-A0D8-BDA241F1C053}" srcOrd="2" destOrd="0" presId="urn:microsoft.com/office/officeart/2018/5/layout/IconCircleLabelList"/>
    <dgm:cxn modelId="{73A47C44-0760-48E1-8956-D4475FB1880F}" type="presParOf" srcId="{45E62C1F-6CA8-4027-B1C0-775D75730C43}" destId="{64D03777-1E56-4E97-8BD9-6CD6B0136928}" srcOrd="3" destOrd="0" presId="urn:microsoft.com/office/officeart/2018/5/layout/IconCircleLabelList"/>
    <dgm:cxn modelId="{76E863A7-404A-4689-8ED2-38B4B346794E}" type="presParOf" srcId="{CD3F5675-62F1-46E7-9C00-08900E125E74}" destId="{1DDA3943-A4A1-43EC-9A24-1F99288FCBD6}" srcOrd="3" destOrd="0" presId="urn:microsoft.com/office/officeart/2018/5/layout/IconCircleLabelList"/>
    <dgm:cxn modelId="{E48249D5-3870-474B-8162-A4690C8FEB79}" type="presParOf" srcId="{CD3F5675-62F1-46E7-9C00-08900E125E74}" destId="{F119D86F-D9CA-4D21-8261-3F2F175FD74E}" srcOrd="4" destOrd="0" presId="urn:microsoft.com/office/officeart/2018/5/layout/IconCircleLabelList"/>
    <dgm:cxn modelId="{36471682-6634-4BFD-A7A1-5DA4507BB581}" type="presParOf" srcId="{F119D86F-D9CA-4D21-8261-3F2F175FD74E}" destId="{41842545-B169-4123-810E-AC1BBDCB9616}" srcOrd="0" destOrd="0" presId="urn:microsoft.com/office/officeart/2018/5/layout/IconCircleLabelList"/>
    <dgm:cxn modelId="{B0A1C56C-864B-43D4-85C7-48EC10576718}" type="presParOf" srcId="{F119D86F-D9CA-4D21-8261-3F2F175FD74E}" destId="{69B3FC1B-918F-4A49-893A-33083FB0918D}" srcOrd="1" destOrd="0" presId="urn:microsoft.com/office/officeart/2018/5/layout/IconCircleLabelList"/>
    <dgm:cxn modelId="{DC3209D7-B75D-4D0C-8652-B6401FF806AA}" type="presParOf" srcId="{F119D86F-D9CA-4D21-8261-3F2F175FD74E}" destId="{41FFE4E2-A0E9-45A7-9A88-1B082726CAE4}" srcOrd="2" destOrd="0" presId="urn:microsoft.com/office/officeart/2018/5/layout/IconCircleLabelList"/>
    <dgm:cxn modelId="{3F7912D5-CE9F-4278-8A91-CDFF0DED4403}" type="presParOf" srcId="{F119D86F-D9CA-4D21-8261-3F2F175FD74E}" destId="{71DD7A1F-0B77-400E-A771-89EE28F2C80F}" srcOrd="3" destOrd="0" presId="urn:microsoft.com/office/officeart/2018/5/layout/IconCircleLabelList"/>
    <dgm:cxn modelId="{3928316A-66A6-4770-B44F-21BE6D1DD73D}" type="presParOf" srcId="{CD3F5675-62F1-46E7-9C00-08900E125E74}" destId="{5A840B59-494D-456F-A65B-B6F5AD98D241}" srcOrd="5" destOrd="0" presId="urn:microsoft.com/office/officeart/2018/5/layout/IconCircleLabelList"/>
    <dgm:cxn modelId="{50208516-0311-4023-9C29-2941CC660101}" type="presParOf" srcId="{CD3F5675-62F1-46E7-9C00-08900E125E74}" destId="{563A3C4F-0DF8-4341-A7E8-88EBB62D9616}" srcOrd="6" destOrd="0" presId="urn:microsoft.com/office/officeart/2018/5/layout/IconCircleLabelList"/>
    <dgm:cxn modelId="{B21E0AAA-C105-4EEB-8E73-90A312379E65}" type="presParOf" srcId="{563A3C4F-0DF8-4341-A7E8-88EBB62D9616}" destId="{3FE5A747-259D-437B-BAEC-5F2BF0C7DEA6}" srcOrd="0" destOrd="0" presId="urn:microsoft.com/office/officeart/2018/5/layout/IconCircleLabelList"/>
    <dgm:cxn modelId="{1A50AFD0-9DD2-41D0-B678-7A1303994E98}" type="presParOf" srcId="{563A3C4F-0DF8-4341-A7E8-88EBB62D9616}" destId="{B9CC6F7F-B624-4912-9D40-81C5B767C842}" srcOrd="1" destOrd="0" presId="urn:microsoft.com/office/officeart/2018/5/layout/IconCircleLabelList"/>
    <dgm:cxn modelId="{95698B01-B36C-4D98-A3C0-455E98F97268}" type="presParOf" srcId="{563A3C4F-0DF8-4341-A7E8-88EBB62D9616}" destId="{9B4B850A-0250-4BEE-9C3C-EBC6422126AC}" srcOrd="2" destOrd="0" presId="urn:microsoft.com/office/officeart/2018/5/layout/IconCircleLabelList"/>
    <dgm:cxn modelId="{7175DF87-2E15-4B74-AFC3-47F16C3DADF0}" type="presParOf" srcId="{563A3C4F-0DF8-4341-A7E8-88EBB62D9616}" destId="{D76E4E8A-0379-411D-BF08-4D2761E6D1AC}" srcOrd="3" destOrd="0" presId="urn:microsoft.com/office/officeart/2018/5/layout/IconCircleLabelList"/>
    <dgm:cxn modelId="{83357CC1-5C9F-484D-823B-2A2759093773}" type="presParOf" srcId="{CD3F5675-62F1-46E7-9C00-08900E125E74}" destId="{21AF0D62-2BCB-4564-BB67-CF8BB59213FC}" srcOrd="7" destOrd="0" presId="urn:microsoft.com/office/officeart/2018/5/layout/IconCircleLabelList"/>
    <dgm:cxn modelId="{9907C1F8-713F-47E8-A67A-BF9BDD50EAF8}" type="presParOf" srcId="{CD3F5675-62F1-46E7-9C00-08900E125E74}" destId="{37F97D75-BB86-4840-AF49-99E69D0ACEC5}" srcOrd="8" destOrd="0" presId="urn:microsoft.com/office/officeart/2018/5/layout/IconCircleLabelList"/>
    <dgm:cxn modelId="{B3BB9C07-713B-4892-9386-EA9F7136B023}" type="presParOf" srcId="{37F97D75-BB86-4840-AF49-99E69D0ACEC5}" destId="{D6BE91CD-E28C-4E05-8B68-8A66C6999035}" srcOrd="0" destOrd="0" presId="urn:microsoft.com/office/officeart/2018/5/layout/IconCircleLabelList"/>
    <dgm:cxn modelId="{5A07FD2B-49B3-4485-9691-F2B68AE0811E}" type="presParOf" srcId="{37F97D75-BB86-4840-AF49-99E69D0ACEC5}" destId="{A6FEFC58-0163-4F2B-907D-DADAE1D04EC2}" srcOrd="1" destOrd="0" presId="urn:microsoft.com/office/officeart/2018/5/layout/IconCircleLabelList"/>
    <dgm:cxn modelId="{64FE6819-50FB-41AF-8D7B-0D4763485D86}" type="presParOf" srcId="{37F97D75-BB86-4840-AF49-99E69D0ACEC5}" destId="{9F9188BD-3EB0-4886-A380-2B4B304CCF32}" srcOrd="2" destOrd="0" presId="urn:microsoft.com/office/officeart/2018/5/layout/IconCircleLabelList"/>
    <dgm:cxn modelId="{D50DEE96-425B-4E6B-B73A-DBD07B2979BC}" type="presParOf" srcId="{37F97D75-BB86-4840-AF49-99E69D0ACEC5}" destId="{84B2C266-8E51-4D6E-B352-1AFFD6923A1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330077-F68A-48C5-A5B6-C04F3BE09EE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E0CBFF9-D690-4D35-A6FF-39E3B8DF2D1E}">
      <dgm:prSet/>
      <dgm:spPr/>
      <dgm:t>
        <a:bodyPr/>
        <a:lstStyle/>
        <a:p>
          <a:r>
            <a:rPr lang="en-US"/>
            <a:t>`POST /users`  — create user (sync to Neo4j + publish USER_CREATED)</a:t>
          </a:r>
        </a:p>
      </dgm:t>
    </dgm:pt>
    <dgm:pt modelId="{AD0A8A1F-8BB2-4D86-8AB0-02319A68DF93}" type="parTrans" cxnId="{CF005B76-375A-4A95-87D2-D4665BAB8BD8}">
      <dgm:prSet/>
      <dgm:spPr/>
      <dgm:t>
        <a:bodyPr/>
        <a:lstStyle/>
        <a:p>
          <a:endParaRPr lang="en-US"/>
        </a:p>
      </dgm:t>
    </dgm:pt>
    <dgm:pt modelId="{9BF299AA-668D-41F7-9867-901981A9FBC2}" type="sibTrans" cxnId="{CF005B76-375A-4A95-87D2-D4665BAB8BD8}">
      <dgm:prSet/>
      <dgm:spPr/>
      <dgm:t>
        <a:bodyPr/>
        <a:lstStyle/>
        <a:p>
          <a:endParaRPr lang="en-US"/>
        </a:p>
      </dgm:t>
    </dgm:pt>
    <dgm:pt modelId="{1B23E056-8BF2-4691-A3D9-206B3D720929}">
      <dgm:prSet/>
      <dgm:spPr/>
      <dgm:t>
        <a:bodyPr/>
        <a:lstStyle/>
        <a:p>
          <a:r>
            <a:rPr lang="en-US"/>
            <a:t>`GET /users`   — list users</a:t>
          </a:r>
        </a:p>
      </dgm:t>
    </dgm:pt>
    <dgm:pt modelId="{25DA73C6-C399-4A95-8DE3-02B45F6372CB}" type="parTrans" cxnId="{FFD923EF-07A1-4EF4-8235-EADB0D4AB475}">
      <dgm:prSet/>
      <dgm:spPr/>
      <dgm:t>
        <a:bodyPr/>
        <a:lstStyle/>
        <a:p>
          <a:endParaRPr lang="en-US"/>
        </a:p>
      </dgm:t>
    </dgm:pt>
    <dgm:pt modelId="{69EFD617-46D7-4C01-80F0-D0BA7799FB81}" type="sibTrans" cxnId="{FFD923EF-07A1-4EF4-8235-EADB0D4AB475}">
      <dgm:prSet/>
      <dgm:spPr/>
      <dgm:t>
        <a:bodyPr/>
        <a:lstStyle/>
        <a:p>
          <a:endParaRPr lang="en-US"/>
        </a:p>
      </dgm:t>
    </dgm:pt>
    <dgm:pt modelId="{10550FCF-968F-486E-A928-877A9A54233C}">
      <dgm:prSet/>
      <dgm:spPr/>
      <dgm:t>
        <a:bodyPr/>
        <a:lstStyle/>
        <a:p>
          <a:r>
            <a:rPr lang="en-US"/>
            <a:t>`PUT /users/:id` — update user (publish USER_UPDATED)</a:t>
          </a:r>
        </a:p>
      </dgm:t>
    </dgm:pt>
    <dgm:pt modelId="{C25594B1-265C-4DC4-8E80-6B91853C8E55}" type="parTrans" cxnId="{3B5A416B-9CAC-4A45-A4A7-16DC5C11BFCD}">
      <dgm:prSet/>
      <dgm:spPr/>
      <dgm:t>
        <a:bodyPr/>
        <a:lstStyle/>
        <a:p>
          <a:endParaRPr lang="en-US"/>
        </a:p>
      </dgm:t>
    </dgm:pt>
    <dgm:pt modelId="{BDF29E2F-1C82-4245-9677-5339320FD4FE}" type="sibTrans" cxnId="{3B5A416B-9CAC-4A45-A4A7-16DC5C11BFCD}">
      <dgm:prSet/>
      <dgm:spPr/>
      <dgm:t>
        <a:bodyPr/>
        <a:lstStyle/>
        <a:p>
          <a:endParaRPr lang="en-US"/>
        </a:p>
      </dgm:t>
    </dgm:pt>
    <dgm:pt modelId="{A695673D-5706-45F7-939D-CCC7026BF1C3}">
      <dgm:prSet/>
      <dgm:spPr/>
      <dgm:t>
        <a:bodyPr/>
        <a:lstStyle/>
        <a:p>
          <a:r>
            <a:rPr lang="en-US"/>
            <a:t>`DELETE /users/:id` — delete user (publish USER_DELETED)</a:t>
          </a:r>
        </a:p>
      </dgm:t>
    </dgm:pt>
    <dgm:pt modelId="{6A287D7F-FDDB-4E82-99C4-F2DE29407900}" type="parTrans" cxnId="{1CF81A3A-BE8A-4AF6-8323-0F126E9D40CC}">
      <dgm:prSet/>
      <dgm:spPr/>
      <dgm:t>
        <a:bodyPr/>
        <a:lstStyle/>
        <a:p>
          <a:endParaRPr lang="en-US"/>
        </a:p>
      </dgm:t>
    </dgm:pt>
    <dgm:pt modelId="{FBA2FFEC-7189-4062-9553-AE3C419A31D0}" type="sibTrans" cxnId="{1CF81A3A-BE8A-4AF6-8323-0F126E9D40CC}">
      <dgm:prSet/>
      <dgm:spPr/>
      <dgm:t>
        <a:bodyPr/>
        <a:lstStyle/>
        <a:p>
          <a:endParaRPr lang="en-US"/>
        </a:p>
      </dgm:t>
    </dgm:pt>
    <dgm:pt modelId="{4C29D8AA-35F3-416A-B751-ABE0EEB43505}">
      <dgm:prSet/>
      <dgm:spPr/>
      <dgm:t>
        <a:bodyPr/>
        <a:lstStyle/>
        <a:p>
          <a:r>
            <a:rPr lang="en-US"/>
            <a:t>`POST /posts`  — create post (publish POST_CREATED)</a:t>
          </a:r>
        </a:p>
      </dgm:t>
    </dgm:pt>
    <dgm:pt modelId="{05BEE71A-4D62-4704-8A59-0117AD4FC8CB}" type="parTrans" cxnId="{A38EF237-D329-43ED-98AF-982FB82A5C44}">
      <dgm:prSet/>
      <dgm:spPr/>
      <dgm:t>
        <a:bodyPr/>
        <a:lstStyle/>
        <a:p>
          <a:endParaRPr lang="en-US"/>
        </a:p>
      </dgm:t>
    </dgm:pt>
    <dgm:pt modelId="{A695F65E-FC67-4375-B247-E86BBA69D929}" type="sibTrans" cxnId="{A38EF237-D329-43ED-98AF-982FB82A5C44}">
      <dgm:prSet/>
      <dgm:spPr/>
      <dgm:t>
        <a:bodyPr/>
        <a:lstStyle/>
        <a:p>
          <a:endParaRPr lang="en-US"/>
        </a:p>
      </dgm:t>
    </dgm:pt>
    <dgm:pt modelId="{9F654072-DFBA-41F6-9E4F-9A18C0DCB576}">
      <dgm:prSet/>
      <dgm:spPr/>
      <dgm:t>
        <a:bodyPr/>
        <a:lstStyle/>
        <a:p>
          <a:r>
            <a:rPr lang="en-US"/>
            <a:t>`GET /posts`   — get posts (enriched with user data)</a:t>
          </a:r>
        </a:p>
      </dgm:t>
    </dgm:pt>
    <dgm:pt modelId="{3ED79103-45D9-49E7-AFBE-8A1FE647D1E0}" type="parTrans" cxnId="{7489F83F-8D78-4D3E-9593-581EEB718624}">
      <dgm:prSet/>
      <dgm:spPr/>
      <dgm:t>
        <a:bodyPr/>
        <a:lstStyle/>
        <a:p>
          <a:endParaRPr lang="en-US"/>
        </a:p>
      </dgm:t>
    </dgm:pt>
    <dgm:pt modelId="{9B4E822D-A879-4F51-A20E-44972ACF1E9C}" type="sibTrans" cxnId="{7489F83F-8D78-4D3E-9593-581EEB718624}">
      <dgm:prSet/>
      <dgm:spPr/>
      <dgm:t>
        <a:bodyPr/>
        <a:lstStyle/>
        <a:p>
          <a:endParaRPr lang="en-US"/>
        </a:p>
      </dgm:t>
    </dgm:pt>
    <dgm:pt modelId="{C34D9642-69D9-4C40-BEFE-06F7AF7EDE77}">
      <dgm:prSet/>
      <dgm:spPr/>
      <dgm:t>
        <a:bodyPr/>
        <a:lstStyle/>
        <a:p>
          <a:r>
            <a:rPr lang="en-US"/>
            <a:t>`POST /follow` — create follow (Neo4j + publish FOLLOW_CREATED)</a:t>
          </a:r>
        </a:p>
      </dgm:t>
    </dgm:pt>
    <dgm:pt modelId="{BA1D9B07-5BD8-4962-95C4-D4EDFBD1C362}" type="parTrans" cxnId="{7DCA4759-FD85-462C-A7F6-E0945C43F0F9}">
      <dgm:prSet/>
      <dgm:spPr/>
      <dgm:t>
        <a:bodyPr/>
        <a:lstStyle/>
        <a:p>
          <a:endParaRPr lang="en-US"/>
        </a:p>
      </dgm:t>
    </dgm:pt>
    <dgm:pt modelId="{D430E0F8-77A9-40A4-AA71-4EDBCF1BA79F}" type="sibTrans" cxnId="{7DCA4759-FD85-462C-A7F6-E0945C43F0F9}">
      <dgm:prSet/>
      <dgm:spPr/>
      <dgm:t>
        <a:bodyPr/>
        <a:lstStyle/>
        <a:p>
          <a:endParaRPr lang="en-US"/>
        </a:p>
      </dgm:t>
    </dgm:pt>
    <dgm:pt modelId="{8266E304-DF4D-41C7-9E12-9E0B42242128}">
      <dgm:prSet/>
      <dgm:spPr/>
      <dgm:t>
        <a:bodyPr/>
        <a:lstStyle/>
        <a:p>
          <a:r>
            <a:rPr lang="en-US"/>
            <a:t>`GET /relationships` — list relationships</a:t>
          </a:r>
        </a:p>
      </dgm:t>
    </dgm:pt>
    <dgm:pt modelId="{93F1E88C-F6C8-4C70-A70D-B3906B4EF818}" type="parTrans" cxnId="{B9898526-6CBF-4E42-A540-474846B5E526}">
      <dgm:prSet/>
      <dgm:spPr/>
      <dgm:t>
        <a:bodyPr/>
        <a:lstStyle/>
        <a:p>
          <a:endParaRPr lang="en-US"/>
        </a:p>
      </dgm:t>
    </dgm:pt>
    <dgm:pt modelId="{8C3A5697-B305-4777-ACBE-E453C70289B5}" type="sibTrans" cxnId="{B9898526-6CBF-4E42-A540-474846B5E526}">
      <dgm:prSet/>
      <dgm:spPr/>
      <dgm:t>
        <a:bodyPr/>
        <a:lstStyle/>
        <a:p>
          <a:endParaRPr lang="en-US"/>
        </a:p>
      </dgm:t>
    </dgm:pt>
    <dgm:pt modelId="{1F89E41E-9B0D-437E-BA32-673D26CDC3A8}">
      <dgm:prSet/>
      <dgm:spPr/>
      <dgm:t>
        <a:bodyPr/>
        <a:lstStyle/>
        <a:p>
          <a:r>
            <a:rPr lang="en-US"/>
            <a:t>`GET /analytics` — TimescaleDB stats</a:t>
          </a:r>
        </a:p>
      </dgm:t>
    </dgm:pt>
    <dgm:pt modelId="{1E1B0D27-7D7A-4439-95D2-5E2321E17E68}" type="parTrans" cxnId="{0C5FF656-B8F9-4FAD-8798-F22CC0B90700}">
      <dgm:prSet/>
      <dgm:spPr/>
      <dgm:t>
        <a:bodyPr/>
        <a:lstStyle/>
        <a:p>
          <a:endParaRPr lang="en-US"/>
        </a:p>
      </dgm:t>
    </dgm:pt>
    <dgm:pt modelId="{EEEC93AD-FF19-4AB9-AED0-7159C60CF7F9}" type="sibTrans" cxnId="{0C5FF656-B8F9-4FAD-8798-F22CC0B90700}">
      <dgm:prSet/>
      <dgm:spPr/>
      <dgm:t>
        <a:bodyPr/>
        <a:lstStyle/>
        <a:p>
          <a:endParaRPr lang="en-US"/>
        </a:p>
      </dgm:t>
    </dgm:pt>
    <dgm:pt modelId="{EAB228AB-454B-47B9-8DD4-FFD419ECE741}">
      <dgm:prSet/>
      <dgm:spPr/>
      <dgm:t>
        <a:bodyPr/>
        <a:lstStyle/>
        <a:p>
          <a:r>
            <a:rPr lang="en-US"/>
            <a:t>`GET /cache-status` — Redis metrics</a:t>
          </a:r>
        </a:p>
      </dgm:t>
    </dgm:pt>
    <dgm:pt modelId="{30398DDD-AEFB-4417-916C-0C77E6B607DF}" type="parTrans" cxnId="{0ADE9A93-7738-4862-8221-A81592343835}">
      <dgm:prSet/>
      <dgm:spPr/>
      <dgm:t>
        <a:bodyPr/>
        <a:lstStyle/>
        <a:p>
          <a:endParaRPr lang="en-US"/>
        </a:p>
      </dgm:t>
    </dgm:pt>
    <dgm:pt modelId="{29E20BF0-EC6A-4062-9B85-7EA9441B1EC7}" type="sibTrans" cxnId="{0ADE9A93-7738-4862-8221-A81592343835}">
      <dgm:prSet/>
      <dgm:spPr/>
      <dgm:t>
        <a:bodyPr/>
        <a:lstStyle/>
        <a:p>
          <a:endParaRPr lang="en-US"/>
        </a:p>
      </dgm:t>
    </dgm:pt>
    <dgm:pt modelId="{C59E455A-2172-4684-A07A-150E1C6FC173}" type="pres">
      <dgm:prSet presAssocID="{D1330077-F68A-48C5-A5B6-C04F3BE09EEA}" presName="linear" presStyleCnt="0">
        <dgm:presLayoutVars>
          <dgm:animLvl val="lvl"/>
          <dgm:resizeHandles val="exact"/>
        </dgm:presLayoutVars>
      </dgm:prSet>
      <dgm:spPr/>
    </dgm:pt>
    <dgm:pt modelId="{AD29639B-860D-4E77-965E-0E83C138FFC8}" type="pres">
      <dgm:prSet presAssocID="{BE0CBFF9-D690-4D35-A6FF-39E3B8DF2D1E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EA3F5A1B-C5F9-41E2-BE46-5587A1EF252C}" type="pres">
      <dgm:prSet presAssocID="{9BF299AA-668D-41F7-9867-901981A9FBC2}" presName="spacer" presStyleCnt="0"/>
      <dgm:spPr/>
    </dgm:pt>
    <dgm:pt modelId="{BCD840B2-C782-4DDE-9717-8E248012AA7C}" type="pres">
      <dgm:prSet presAssocID="{1B23E056-8BF2-4691-A3D9-206B3D720929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9B06570C-3E1A-4694-8E17-C9E1146EA1E4}" type="pres">
      <dgm:prSet presAssocID="{69EFD617-46D7-4C01-80F0-D0BA7799FB81}" presName="spacer" presStyleCnt="0"/>
      <dgm:spPr/>
    </dgm:pt>
    <dgm:pt modelId="{710F8E76-D24E-4277-BC08-A8F3FFA770B5}" type="pres">
      <dgm:prSet presAssocID="{10550FCF-968F-486E-A928-877A9A54233C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D80FF24D-289F-4CE2-A631-95B746FB965B}" type="pres">
      <dgm:prSet presAssocID="{BDF29E2F-1C82-4245-9677-5339320FD4FE}" presName="spacer" presStyleCnt="0"/>
      <dgm:spPr/>
    </dgm:pt>
    <dgm:pt modelId="{5E357D16-C708-4FFA-8DE5-09A4F6F6B832}" type="pres">
      <dgm:prSet presAssocID="{A695673D-5706-45F7-939D-CCC7026BF1C3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83A38A6A-899C-4016-9E9A-1925675C2BFB}" type="pres">
      <dgm:prSet presAssocID="{FBA2FFEC-7189-4062-9553-AE3C419A31D0}" presName="spacer" presStyleCnt="0"/>
      <dgm:spPr/>
    </dgm:pt>
    <dgm:pt modelId="{18D9D5A6-24A3-4C01-9070-DF9E2B83F2F1}" type="pres">
      <dgm:prSet presAssocID="{4C29D8AA-35F3-416A-B751-ABE0EEB43505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071062DB-4969-4AB4-84BC-88113F47FE02}" type="pres">
      <dgm:prSet presAssocID="{A695F65E-FC67-4375-B247-E86BBA69D929}" presName="spacer" presStyleCnt="0"/>
      <dgm:spPr/>
    </dgm:pt>
    <dgm:pt modelId="{074B560B-38F8-4BB2-A408-4D746C6548ED}" type="pres">
      <dgm:prSet presAssocID="{9F654072-DFBA-41F6-9E4F-9A18C0DCB576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C85D8651-F158-4BCF-8447-1A18383A0CED}" type="pres">
      <dgm:prSet presAssocID="{9B4E822D-A879-4F51-A20E-44972ACF1E9C}" presName="spacer" presStyleCnt="0"/>
      <dgm:spPr/>
    </dgm:pt>
    <dgm:pt modelId="{C5BCB871-10E2-4C19-9B6E-FDB23DB186F8}" type="pres">
      <dgm:prSet presAssocID="{C34D9642-69D9-4C40-BEFE-06F7AF7EDE77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5EEC285B-6223-46E0-808C-175DC40866C0}" type="pres">
      <dgm:prSet presAssocID="{D430E0F8-77A9-40A4-AA71-4EDBCF1BA79F}" presName="spacer" presStyleCnt="0"/>
      <dgm:spPr/>
    </dgm:pt>
    <dgm:pt modelId="{3692ABBB-D901-47F1-86C3-79F1BBF21DC1}" type="pres">
      <dgm:prSet presAssocID="{8266E304-DF4D-41C7-9E12-9E0B42242128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7C1B8634-1EB5-4A37-8E79-179CCAC31AC5}" type="pres">
      <dgm:prSet presAssocID="{8C3A5697-B305-4777-ACBE-E453C70289B5}" presName="spacer" presStyleCnt="0"/>
      <dgm:spPr/>
    </dgm:pt>
    <dgm:pt modelId="{0FB3F07A-1421-4CBB-83D8-0CD975594473}" type="pres">
      <dgm:prSet presAssocID="{1F89E41E-9B0D-437E-BA32-673D26CDC3A8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4341688A-A070-419C-930F-A995A74FE4D8}" type="pres">
      <dgm:prSet presAssocID="{EEEC93AD-FF19-4AB9-AED0-7159C60CF7F9}" presName="spacer" presStyleCnt="0"/>
      <dgm:spPr/>
    </dgm:pt>
    <dgm:pt modelId="{A4D478C7-A41D-4190-BCDA-F784820ACF18}" type="pres">
      <dgm:prSet presAssocID="{EAB228AB-454B-47B9-8DD4-FFD419ECE741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A118EA08-2882-4925-8D21-195ECB5616E9}" type="presOf" srcId="{10550FCF-968F-486E-A928-877A9A54233C}" destId="{710F8E76-D24E-4277-BC08-A8F3FFA770B5}" srcOrd="0" destOrd="0" presId="urn:microsoft.com/office/officeart/2005/8/layout/vList2"/>
    <dgm:cxn modelId="{260E3E13-B55A-47A1-9C8C-8402D2B3D882}" type="presOf" srcId="{D1330077-F68A-48C5-A5B6-C04F3BE09EEA}" destId="{C59E455A-2172-4684-A07A-150E1C6FC173}" srcOrd="0" destOrd="0" presId="urn:microsoft.com/office/officeart/2005/8/layout/vList2"/>
    <dgm:cxn modelId="{B9898526-6CBF-4E42-A540-474846B5E526}" srcId="{D1330077-F68A-48C5-A5B6-C04F3BE09EEA}" destId="{8266E304-DF4D-41C7-9E12-9E0B42242128}" srcOrd="7" destOrd="0" parTransId="{93F1E88C-F6C8-4C70-A70D-B3906B4EF818}" sibTransId="{8C3A5697-B305-4777-ACBE-E453C70289B5}"/>
    <dgm:cxn modelId="{A38EF237-D329-43ED-98AF-982FB82A5C44}" srcId="{D1330077-F68A-48C5-A5B6-C04F3BE09EEA}" destId="{4C29D8AA-35F3-416A-B751-ABE0EEB43505}" srcOrd="4" destOrd="0" parTransId="{05BEE71A-4D62-4704-8A59-0117AD4FC8CB}" sibTransId="{A695F65E-FC67-4375-B247-E86BBA69D929}"/>
    <dgm:cxn modelId="{1CF81A3A-BE8A-4AF6-8323-0F126E9D40CC}" srcId="{D1330077-F68A-48C5-A5B6-C04F3BE09EEA}" destId="{A695673D-5706-45F7-939D-CCC7026BF1C3}" srcOrd="3" destOrd="0" parTransId="{6A287D7F-FDDB-4E82-99C4-F2DE29407900}" sibTransId="{FBA2FFEC-7189-4062-9553-AE3C419A31D0}"/>
    <dgm:cxn modelId="{7489F83F-8D78-4D3E-9593-581EEB718624}" srcId="{D1330077-F68A-48C5-A5B6-C04F3BE09EEA}" destId="{9F654072-DFBA-41F6-9E4F-9A18C0DCB576}" srcOrd="5" destOrd="0" parTransId="{3ED79103-45D9-49E7-AFBE-8A1FE647D1E0}" sibTransId="{9B4E822D-A879-4F51-A20E-44972ACF1E9C}"/>
    <dgm:cxn modelId="{54D0F841-E0B3-4544-ABB9-3FA4143C1A5E}" type="presOf" srcId="{4C29D8AA-35F3-416A-B751-ABE0EEB43505}" destId="{18D9D5A6-24A3-4C01-9070-DF9E2B83F2F1}" srcOrd="0" destOrd="0" presId="urn:microsoft.com/office/officeart/2005/8/layout/vList2"/>
    <dgm:cxn modelId="{FCE01F44-91C4-4520-83F3-44B578EEDDAD}" type="presOf" srcId="{9F654072-DFBA-41F6-9E4F-9A18C0DCB576}" destId="{074B560B-38F8-4BB2-A408-4D746C6548ED}" srcOrd="0" destOrd="0" presId="urn:microsoft.com/office/officeart/2005/8/layout/vList2"/>
    <dgm:cxn modelId="{51119066-5402-4F12-B3A8-F62326934180}" type="presOf" srcId="{C34D9642-69D9-4C40-BEFE-06F7AF7EDE77}" destId="{C5BCB871-10E2-4C19-9B6E-FDB23DB186F8}" srcOrd="0" destOrd="0" presId="urn:microsoft.com/office/officeart/2005/8/layout/vList2"/>
    <dgm:cxn modelId="{3B5A416B-9CAC-4A45-A4A7-16DC5C11BFCD}" srcId="{D1330077-F68A-48C5-A5B6-C04F3BE09EEA}" destId="{10550FCF-968F-486E-A928-877A9A54233C}" srcOrd="2" destOrd="0" parTransId="{C25594B1-265C-4DC4-8E80-6B91853C8E55}" sibTransId="{BDF29E2F-1C82-4245-9677-5339320FD4FE}"/>
    <dgm:cxn modelId="{4EFA7771-7746-49E7-8229-6C5F070CDBC2}" type="presOf" srcId="{1F89E41E-9B0D-437E-BA32-673D26CDC3A8}" destId="{0FB3F07A-1421-4CBB-83D8-0CD975594473}" srcOrd="0" destOrd="0" presId="urn:microsoft.com/office/officeart/2005/8/layout/vList2"/>
    <dgm:cxn modelId="{CF005B76-375A-4A95-87D2-D4665BAB8BD8}" srcId="{D1330077-F68A-48C5-A5B6-C04F3BE09EEA}" destId="{BE0CBFF9-D690-4D35-A6FF-39E3B8DF2D1E}" srcOrd="0" destOrd="0" parTransId="{AD0A8A1F-8BB2-4D86-8AB0-02319A68DF93}" sibTransId="{9BF299AA-668D-41F7-9867-901981A9FBC2}"/>
    <dgm:cxn modelId="{0C5FF656-B8F9-4FAD-8798-F22CC0B90700}" srcId="{D1330077-F68A-48C5-A5B6-C04F3BE09EEA}" destId="{1F89E41E-9B0D-437E-BA32-673D26CDC3A8}" srcOrd="8" destOrd="0" parTransId="{1E1B0D27-7D7A-4439-95D2-5E2321E17E68}" sibTransId="{EEEC93AD-FF19-4AB9-AED0-7159C60CF7F9}"/>
    <dgm:cxn modelId="{7DCA4759-FD85-462C-A7F6-E0945C43F0F9}" srcId="{D1330077-F68A-48C5-A5B6-C04F3BE09EEA}" destId="{C34D9642-69D9-4C40-BEFE-06F7AF7EDE77}" srcOrd="6" destOrd="0" parTransId="{BA1D9B07-5BD8-4962-95C4-D4EDFBD1C362}" sibTransId="{D430E0F8-77A9-40A4-AA71-4EDBCF1BA79F}"/>
    <dgm:cxn modelId="{A651ED7F-CDD1-4576-8418-9333C5E1BFD8}" type="presOf" srcId="{1B23E056-8BF2-4691-A3D9-206B3D720929}" destId="{BCD840B2-C782-4DDE-9717-8E248012AA7C}" srcOrd="0" destOrd="0" presId="urn:microsoft.com/office/officeart/2005/8/layout/vList2"/>
    <dgm:cxn modelId="{D63CF584-38E2-4378-8AFB-CB96EC704D4C}" type="presOf" srcId="{8266E304-DF4D-41C7-9E12-9E0B42242128}" destId="{3692ABBB-D901-47F1-86C3-79F1BBF21DC1}" srcOrd="0" destOrd="0" presId="urn:microsoft.com/office/officeart/2005/8/layout/vList2"/>
    <dgm:cxn modelId="{0ADE9A93-7738-4862-8221-A81592343835}" srcId="{D1330077-F68A-48C5-A5B6-C04F3BE09EEA}" destId="{EAB228AB-454B-47B9-8DD4-FFD419ECE741}" srcOrd="9" destOrd="0" parTransId="{30398DDD-AEFB-4417-916C-0C77E6B607DF}" sibTransId="{29E20BF0-EC6A-4062-9B85-7EA9441B1EC7}"/>
    <dgm:cxn modelId="{FDB43EAC-0EB2-4266-80D2-719B200B8089}" type="presOf" srcId="{BE0CBFF9-D690-4D35-A6FF-39E3B8DF2D1E}" destId="{AD29639B-860D-4E77-965E-0E83C138FFC8}" srcOrd="0" destOrd="0" presId="urn:microsoft.com/office/officeart/2005/8/layout/vList2"/>
    <dgm:cxn modelId="{483D5BB5-3DD1-47AA-8D83-26AF7309694E}" type="presOf" srcId="{EAB228AB-454B-47B9-8DD4-FFD419ECE741}" destId="{A4D478C7-A41D-4190-BCDA-F784820ACF18}" srcOrd="0" destOrd="0" presId="urn:microsoft.com/office/officeart/2005/8/layout/vList2"/>
    <dgm:cxn modelId="{13272FE9-01D7-49BF-B46B-3020EA00FDF2}" type="presOf" srcId="{A695673D-5706-45F7-939D-CCC7026BF1C3}" destId="{5E357D16-C708-4FFA-8DE5-09A4F6F6B832}" srcOrd="0" destOrd="0" presId="urn:microsoft.com/office/officeart/2005/8/layout/vList2"/>
    <dgm:cxn modelId="{FFD923EF-07A1-4EF4-8235-EADB0D4AB475}" srcId="{D1330077-F68A-48C5-A5B6-C04F3BE09EEA}" destId="{1B23E056-8BF2-4691-A3D9-206B3D720929}" srcOrd="1" destOrd="0" parTransId="{25DA73C6-C399-4A95-8DE3-02B45F6372CB}" sibTransId="{69EFD617-46D7-4C01-80F0-D0BA7799FB81}"/>
    <dgm:cxn modelId="{8FD81161-2B07-43BA-89BA-DDE165C185C6}" type="presParOf" srcId="{C59E455A-2172-4684-A07A-150E1C6FC173}" destId="{AD29639B-860D-4E77-965E-0E83C138FFC8}" srcOrd="0" destOrd="0" presId="urn:microsoft.com/office/officeart/2005/8/layout/vList2"/>
    <dgm:cxn modelId="{630DB582-9550-4F13-B4E0-F6B5FE40B1D5}" type="presParOf" srcId="{C59E455A-2172-4684-A07A-150E1C6FC173}" destId="{EA3F5A1B-C5F9-41E2-BE46-5587A1EF252C}" srcOrd="1" destOrd="0" presId="urn:microsoft.com/office/officeart/2005/8/layout/vList2"/>
    <dgm:cxn modelId="{C7008596-ACCA-4129-A2C1-97DDE1417ABC}" type="presParOf" srcId="{C59E455A-2172-4684-A07A-150E1C6FC173}" destId="{BCD840B2-C782-4DDE-9717-8E248012AA7C}" srcOrd="2" destOrd="0" presId="urn:microsoft.com/office/officeart/2005/8/layout/vList2"/>
    <dgm:cxn modelId="{4A44FA94-E1DC-457C-B796-3A589E8515A4}" type="presParOf" srcId="{C59E455A-2172-4684-A07A-150E1C6FC173}" destId="{9B06570C-3E1A-4694-8E17-C9E1146EA1E4}" srcOrd="3" destOrd="0" presId="urn:microsoft.com/office/officeart/2005/8/layout/vList2"/>
    <dgm:cxn modelId="{C43E2953-1C09-4D68-AA45-B3A7D79DA6C5}" type="presParOf" srcId="{C59E455A-2172-4684-A07A-150E1C6FC173}" destId="{710F8E76-D24E-4277-BC08-A8F3FFA770B5}" srcOrd="4" destOrd="0" presId="urn:microsoft.com/office/officeart/2005/8/layout/vList2"/>
    <dgm:cxn modelId="{45CFEB5D-116C-40CD-A989-199B2EB5F799}" type="presParOf" srcId="{C59E455A-2172-4684-A07A-150E1C6FC173}" destId="{D80FF24D-289F-4CE2-A631-95B746FB965B}" srcOrd="5" destOrd="0" presId="urn:microsoft.com/office/officeart/2005/8/layout/vList2"/>
    <dgm:cxn modelId="{039B7B5C-FDCD-4EC3-8ECE-FC329FDFC01A}" type="presParOf" srcId="{C59E455A-2172-4684-A07A-150E1C6FC173}" destId="{5E357D16-C708-4FFA-8DE5-09A4F6F6B832}" srcOrd="6" destOrd="0" presId="urn:microsoft.com/office/officeart/2005/8/layout/vList2"/>
    <dgm:cxn modelId="{2921B884-458F-48BC-9DEB-485D8D13AE4B}" type="presParOf" srcId="{C59E455A-2172-4684-A07A-150E1C6FC173}" destId="{83A38A6A-899C-4016-9E9A-1925675C2BFB}" srcOrd="7" destOrd="0" presId="urn:microsoft.com/office/officeart/2005/8/layout/vList2"/>
    <dgm:cxn modelId="{5597DF14-9F02-4C93-9765-7BAF357CFF17}" type="presParOf" srcId="{C59E455A-2172-4684-A07A-150E1C6FC173}" destId="{18D9D5A6-24A3-4C01-9070-DF9E2B83F2F1}" srcOrd="8" destOrd="0" presId="urn:microsoft.com/office/officeart/2005/8/layout/vList2"/>
    <dgm:cxn modelId="{5C446731-2361-4D7C-ADB5-1CA73B0CD96F}" type="presParOf" srcId="{C59E455A-2172-4684-A07A-150E1C6FC173}" destId="{071062DB-4969-4AB4-84BC-88113F47FE02}" srcOrd="9" destOrd="0" presId="urn:microsoft.com/office/officeart/2005/8/layout/vList2"/>
    <dgm:cxn modelId="{7FDC8B8A-A3EE-401E-B8B7-43CDDADB4493}" type="presParOf" srcId="{C59E455A-2172-4684-A07A-150E1C6FC173}" destId="{074B560B-38F8-4BB2-A408-4D746C6548ED}" srcOrd="10" destOrd="0" presId="urn:microsoft.com/office/officeart/2005/8/layout/vList2"/>
    <dgm:cxn modelId="{CD808773-EB83-4E37-BD53-388093CABCAF}" type="presParOf" srcId="{C59E455A-2172-4684-A07A-150E1C6FC173}" destId="{C85D8651-F158-4BCF-8447-1A18383A0CED}" srcOrd="11" destOrd="0" presId="urn:microsoft.com/office/officeart/2005/8/layout/vList2"/>
    <dgm:cxn modelId="{99D5BB2B-B0E2-4A29-B1DA-BE19BC6E78D5}" type="presParOf" srcId="{C59E455A-2172-4684-A07A-150E1C6FC173}" destId="{C5BCB871-10E2-4C19-9B6E-FDB23DB186F8}" srcOrd="12" destOrd="0" presId="urn:microsoft.com/office/officeart/2005/8/layout/vList2"/>
    <dgm:cxn modelId="{C16C90F4-3B52-43E3-8605-1FA28BD3142D}" type="presParOf" srcId="{C59E455A-2172-4684-A07A-150E1C6FC173}" destId="{5EEC285B-6223-46E0-808C-175DC40866C0}" srcOrd="13" destOrd="0" presId="urn:microsoft.com/office/officeart/2005/8/layout/vList2"/>
    <dgm:cxn modelId="{E5D9B26D-6860-4E5D-B03D-5FA5E960C4D1}" type="presParOf" srcId="{C59E455A-2172-4684-A07A-150E1C6FC173}" destId="{3692ABBB-D901-47F1-86C3-79F1BBF21DC1}" srcOrd="14" destOrd="0" presId="urn:microsoft.com/office/officeart/2005/8/layout/vList2"/>
    <dgm:cxn modelId="{976ABF7E-5606-457D-A50C-4E45955B407C}" type="presParOf" srcId="{C59E455A-2172-4684-A07A-150E1C6FC173}" destId="{7C1B8634-1EB5-4A37-8E79-179CCAC31AC5}" srcOrd="15" destOrd="0" presId="urn:microsoft.com/office/officeart/2005/8/layout/vList2"/>
    <dgm:cxn modelId="{C504BA73-0D15-43D5-8F51-89C25D21659D}" type="presParOf" srcId="{C59E455A-2172-4684-A07A-150E1C6FC173}" destId="{0FB3F07A-1421-4CBB-83D8-0CD975594473}" srcOrd="16" destOrd="0" presId="urn:microsoft.com/office/officeart/2005/8/layout/vList2"/>
    <dgm:cxn modelId="{DA3E3639-F2E6-4DB5-94A0-6CE92AC647ED}" type="presParOf" srcId="{C59E455A-2172-4684-A07A-150E1C6FC173}" destId="{4341688A-A070-419C-930F-A995A74FE4D8}" srcOrd="17" destOrd="0" presId="urn:microsoft.com/office/officeart/2005/8/layout/vList2"/>
    <dgm:cxn modelId="{65191599-CF9A-45D0-AD53-C014CE7B54FA}" type="presParOf" srcId="{C59E455A-2172-4684-A07A-150E1C6FC173}" destId="{A4D478C7-A41D-4190-BCDA-F784820ACF18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54A14-7657-49A3-B750-F49C349E4947}">
      <dsp:nvSpPr>
        <dsp:cNvPr id="0" name=""/>
        <dsp:cNvSpPr/>
      </dsp:nvSpPr>
      <dsp:spPr>
        <a:xfrm>
          <a:off x="0" y="4027"/>
          <a:ext cx="8703129" cy="8577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74B51-DC1C-4E89-8E57-12E0949CB5C4}">
      <dsp:nvSpPr>
        <dsp:cNvPr id="0" name=""/>
        <dsp:cNvSpPr/>
      </dsp:nvSpPr>
      <dsp:spPr>
        <a:xfrm>
          <a:off x="259472" y="197023"/>
          <a:ext cx="471767" cy="4717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2FE97-65BF-499B-BCC3-581E7DDEF32B}">
      <dsp:nvSpPr>
        <dsp:cNvPr id="0" name=""/>
        <dsp:cNvSpPr/>
      </dsp:nvSpPr>
      <dsp:spPr>
        <a:xfrm>
          <a:off x="990712" y="4027"/>
          <a:ext cx="7712416" cy="857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80" tIns="90780" rIns="90780" bIns="907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Polyglot Persistence</a:t>
          </a:r>
          <a:r>
            <a:rPr lang="en-US" sz="1400" kern="1200"/>
            <a:t> refers to using multiple data storage technologies within a single system or application, choosing each database based on the specific needs of different data types or workloads. It allows organizations to optimize performance, scalability, and flexibility.</a:t>
          </a:r>
        </a:p>
      </dsp:txBody>
      <dsp:txXfrm>
        <a:off x="990712" y="4027"/>
        <a:ext cx="7712416" cy="857759"/>
      </dsp:txXfrm>
    </dsp:sp>
    <dsp:sp modelId="{73CD1195-D2F9-4B18-8346-1EC75CB246FA}">
      <dsp:nvSpPr>
        <dsp:cNvPr id="0" name=""/>
        <dsp:cNvSpPr/>
      </dsp:nvSpPr>
      <dsp:spPr>
        <a:xfrm>
          <a:off x="0" y="1076226"/>
          <a:ext cx="8703129" cy="8577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EE7893-4795-4288-BBF0-59EBC5F086E7}">
      <dsp:nvSpPr>
        <dsp:cNvPr id="0" name=""/>
        <dsp:cNvSpPr/>
      </dsp:nvSpPr>
      <dsp:spPr>
        <a:xfrm>
          <a:off x="259472" y="1269222"/>
          <a:ext cx="471767" cy="4717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9360A-71EB-4002-BE71-B1900DBF8AF5}">
      <dsp:nvSpPr>
        <dsp:cNvPr id="0" name=""/>
        <dsp:cNvSpPr/>
      </dsp:nvSpPr>
      <dsp:spPr>
        <a:xfrm>
          <a:off x="990712" y="1076226"/>
          <a:ext cx="7712416" cy="857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80" tIns="90780" rIns="90780" bIns="907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Uses different databases (SQL, NoSQL, graph, etc.) within one application to match each data type’s needs.</a:t>
          </a:r>
        </a:p>
      </dsp:txBody>
      <dsp:txXfrm>
        <a:off x="990712" y="1076226"/>
        <a:ext cx="7712416" cy="857759"/>
      </dsp:txXfrm>
    </dsp:sp>
    <dsp:sp modelId="{882487C3-0F26-4735-AE62-E74397C2E6A3}">
      <dsp:nvSpPr>
        <dsp:cNvPr id="0" name=""/>
        <dsp:cNvSpPr/>
      </dsp:nvSpPr>
      <dsp:spPr>
        <a:xfrm>
          <a:off x="0" y="2148426"/>
          <a:ext cx="8703129" cy="8577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81380B-81EF-4191-88EE-1052C0C8025A}">
      <dsp:nvSpPr>
        <dsp:cNvPr id="0" name=""/>
        <dsp:cNvSpPr/>
      </dsp:nvSpPr>
      <dsp:spPr>
        <a:xfrm>
          <a:off x="259472" y="2341422"/>
          <a:ext cx="471767" cy="4717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597DD-42EF-4369-8936-A4EE5330585A}">
      <dsp:nvSpPr>
        <dsp:cNvPr id="0" name=""/>
        <dsp:cNvSpPr/>
      </dsp:nvSpPr>
      <dsp:spPr>
        <a:xfrm>
          <a:off x="990712" y="2148426"/>
          <a:ext cx="7712416" cy="857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80" tIns="90780" rIns="90780" bIns="907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Improves performance and scalability by selecting the best storage solution for each function.</a:t>
          </a:r>
        </a:p>
      </dsp:txBody>
      <dsp:txXfrm>
        <a:off x="990712" y="2148426"/>
        <a:ext cx="7712416" cy="857759"/>
      </dsp:txXfrm>
    </dsp:sp>
    <dsp:sp modelId="{D4219E1C-5B1C-43B1-B626-13FFC5BF0C1B}">
      <dsp:nvSpPr>
        <dsp:cNvPr id="0" name=""/>
        <dsp:cNvSpPr/>
      </dsp:nvSpPr>
      <dsp:spPr>
        <a:xfrm>
          <a:off x="0" y="3220626"/>
          <a:ext cx="8703129" cy="8577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77E6C9-83DA-4502-BCBB-56E2E23D9BF9}">
      <dsp:nvSpPr>
        <dsp:cNvPr id="0" name=""/>
        <dsp:cNvSpPr/>
      </dsp:nvSpPr>
      <dsp:spPr>
        <a:xfrm>
          <a:off x="259472" y="3413622"/>
          <a:ext cx="471767" cy="4717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FDA3D-C85D-47F2-81DB-2ADA73CC87DB}">
      <dsp:nvSpPr>
        <dsp:cNvPr id="0" name=""/>
        <dsp:cNvSpPr/>
      </dsp:nvSpPr>
      <dsp:spPr>
        <a:xfrm>
          <a:off x="990712" y="3220626"/>
          <a:ext cx="7712416" cy="857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80" tIns="90780" rIns="90780" bIns="907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Enhances flexibility, allowing teams to choose tools based on workload (transactions, analytics, relationships).</a:t>
          </a:r>
        </a:p>
      </dsp:txBody>
      <dsp:txXfrm>
        <a:off x="990712" y="3220626"/>
        <a:ext cx="7712416" cy="857759"/>
      </dsp:txXfrm>
    </dsp:sp>
    <dsp:sp modelId="{CF7691D6-EB23-44E5-8EB3-9E22A2E10722}">
      <dsp:nvSpPr>
        <dsp:cNvPr id="0" name=""/>
        <dsp:cNvSpPr/>
      </dsp:nvSpPr>
      <dsp:spPr>
        <a:xfrm>
          <a:off x="0" y="4292826"/>
          <a:ext cx="8703129" cy="85775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4B6E04-18D8-4727-BEC9-646EB83D4CB1}">
      <dsp:nvSpPr>
        <dsp:cNvPr id="0" name=""/>
        <dsp:cNvSpPr/>
      </dsp:nvSpPr>
      <dsp:spPr>
        <a:xfrm>
          <a:off x="259472" y="4485822"/>
          <a:ext cx="471767" cy="4717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D28D6-7DBA-4014-B40D-A53A4C6CF4D6}">
      <dsp:nvSpPr>
        <dsp:cNvPr id="0" name=""/>
        <dsp:cNvSpPr/>
      </dsp:nvSpPr>
      <dsp:spPr>
        <a:xfrm>
          <a:off x="990712" y="4292826"/>
          <a:ext cx="7712416" cy="857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780" tIns="90780" rIns="90780" bIns="907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Supports complex systems by avoiding a “one-size-fits-all” database approach.</a:t>
          </a:r>
        </a:p>
      </dsp:txBody>
      <dsp:txXfrm>
        <a:off x="990712" y="4292826"/>
        <a:ext cx="7712416" cy="8577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0FF59-A168-4486-87A1-B00D1A922A45}">
      <dsp:nvSpPr>
        <dsp:cNvPr id="0" name=""/>
        <dsp:cNvSpPr/>
      </dsp:nvSpPr>
      <dsp:spPr>
        <a:xfrm>
          <a:off x="160" y="684954"/>
          <a:ext cx="1932912" cy="23194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Demonstrate polyglot persistence: use multiple specialized DBs in a single system</a:t>
          </a:r>
        </a:p>
      </dsp:txBody>
      <dsp:txXfrm>
        <a:off x="160" y="1612752"/>
        <a:ext cx="1932912" cy="1391697"/>
      </dsp:txXfrm>
    </dsp:sp>
    <dsp:sp modelId="{D316434C-B470-4D7A-A834-AD917D70E61B}">
      <dsp:nvSpPr>
        <dsp:cNvPr id="0" name=""/>
        <dsp:cNvSpPr/>
      </dsp:nvSpPr>
      <dsp:spPr>
        <a:xfrm>
          <a:off x="160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01</a:t>
          </a:r>
        </a:p>
      </dsp:txBody>
      <dsp:txXfrm>
        <a:off x="160" y="684954"/>
        <a:ext cx="1932912" cy="927798"/>
      </dsp:txXfrm>
    </dsp:sp>
    <dsp:sp modelId="{EE519B18-705A-4485-8D01-5CF8F48A57A6}">
      <dsp:nvSpPr>
        <dsp:cNvPr id="0" name=""/>
        <dsp:cNvSpPr/>
      </dsp:nvSpPr>
      <dsp:spPr>
        <a:xfrm>
          <a:off x="2087706" y="684954"/>
          <a:ext cx="1932912" cy="2319495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Show event-driven synchronization via Kafka</a:t>
          </a:r>
        </a:p>
      </dsp:txBody>
      <dsp:txXfrm>
        <a:off x="2087706" y="1612752"/>
        <a:ext cx="1932912" cy="1391697"/>
      </dsp:txXfrm>
    </dsp:sp>
    <dsp:sp modelId="{4B7A3C66-0590-4010-8BB7-A9D30B3C00EE}">
      <dsp:nvSpPr>
        <dsp:cNvPr id="0" name=""/>
        <dsp:cNvSpPr/>
      </dsp:nvSpPr>
      <dsp:spPr>
        <a:xfrm>
          <a:off x="2087706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02</a:t>
          </a:r>
        </a:p>
      </dsp:txBody>
      <dsp:txXfrm>
        <a:off x="2087706" y="684954"/>
        <a:ext cx="1932912" cy="927798"/>
      </dsp:txXfrm>
    </dsp:sp>
    <dsp:sp modelId="{31096054-AC8A-490E-9657-40D3D1BFA872}">
      <dsp:nvSpPr>
        <dsp:cNvPr id="0" name=""/>
        <dsp:cNvSpPr/>
      </dsp:nvSpPr>
      <dsp:spPr>
        <a:xfrm>
          <a:off x="4175252" y="684954"/>
          <a:ext cx="1932912" cy="2319495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Provide real-time visualization and analytics</a:t>
          </a:r>
        </a:p>
      </dsp:txBody>
      <dsp:txXfrm>
        <a:off x="4175252" y="1612752"/>
        <a:ext cx="1932912" cy="1391697"/>
      </dsp:txXfrm>
    </dsp:sp>
    <dsp:sp modelId="{792907F4-CD31-4335-95DC-8370D3734324}">
      <dsp:nvSpPr>
        <dsp:cNvPr id="0" name=""/>
        <dsp:cNvSpPr/>
      </dsp:nvSpPr>
      <dsp:spPr>
        <a:xfrm>
          <a:off x="4175252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03</a:t>
          </a:r>
        </a:p>
      </dsp:txBody>
      <dsp:txXfrm>
        <a:off x="4175252" y="684954"/>
        <a:ext cx="1932912" cy="927798"/>
      </dsp:txXfrm>
    </dsp:sp>
    <dsp:sp modelId="{1FF9DF21-7AAF-4534-A486-084575C45BFD}">
      <dsp:nvSpPr>
        <dsp:cNvPr id="0" name=""/>
        <dsp:cNvSpPr/>
      </dsp:nvSpPr>
      <dsp:spPr>
        <a:xfrm>
          <a:off x="6262797" y="684954"/>
          <a:ext cx="1932912" cy="231949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0" rIns="190929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Build maintainable, modular code that can be deployed in containers</a:t>
          </a:r>
        </a:p>
      </dsp:txBody>
      <dsp:txXfrm>
        <a:off x="6262797" y="1612752"/>
        <a:ext cx="1932912" cy="1391697"/>
      </dsp:txXfrm>
    </dsp:sp>
    <dsp:sp modelId="{F7EAB67F-54DE-4C14-B44A-749BFBFC3691}">
      <dsp:nvSpPr>
        <dsp:cNvPr id="0" name=""/>
        <dsp:cNvSpPr/>
      </dsp:nvSpPr>
      <dsp:spPr>
        <a:xfrm>
          <a:off x="6262797" y="684954"/>
          <a:ext cx="1932912" cy="927798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929" tIns="165100" rIns="190929" bIns="16510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04</a:t>
          </a:r>
        </a:p>
      </dsp:txBody>
      <dsp:txXfrm>
        <a:off x="6262797" y="684954"/>
        <a:ext cx="1932912" cy="9277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B0203A-5D45-4436-8033-4ADAF040DA2D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706D8-CA8F-4E1E-8BED-37325A448915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9E81C-D1ED-4CD7-9D92-44284C7D02C1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PostgreSQL (Users): ACID, strong consistency, relational queries</a:t>
          </a:r>
        </a:p>
      </dsp:txBody>
      <dsp:txXfrm>
        <a:off x="518589" y="1265836"/>
        <a:ext cx="1582031" cy="632812"/>
      </dsp:txXfrm>
    </dsp:sp>
    <dsp:sp modelId="{8B5F94E5-5CB4-49CF-88B0-F9BB76E03813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C23FFD-E26C-4CFD-8299-E501495464A2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03777-1E56-4E97-8BD9-6CD6B0136928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MongoDB (Posts): Flexible schema, documents for content</a:t>
          </a:r>
        </a:p>
      </dsp:txBody>
      <dsp:txXfrm>
        <a:off x="2377476" y="1265836"/>
        <a:ext cx="1582031" cy="632812"/>
      </dsp:txXfrm>
    </dsp:sp>
    <dsp:sp modelId="{41842545-B169-4123-810E-AC1BBDCB9616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B3FC1B-918F-4A49-893A-33083FB0918D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D7A1F-0B77-400E-A771-89EE28F2C80F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Neo4j (Graph): Native graph queries and visualization</a:t>
          </a:r>
        </a:p>
      </dsp:txBody>
      <dsp:txXfrm>
        <a:off x="4236363" y="1265836"/>
        <a:ext cx="1582031" cy="632812"/>
      </dsp:txXfrm>
    </dsp:sp>
    <dsp:sp modelId="{3FE5A747-259D-437B-BAEC-5F2BF0C7DEA6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CC6F7F-B624-4912-9D40-81C5B767C842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E4E8A-0379-411D-BF08-4D2761E6D1AC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TimescaleDB</a:t>
          </a:r>
          <a:r>
            <a:rPr lang="en-US" sz="1100" kern="1200" dirty="0"/>
            <a:t> (Events): Time-series optimized analytics</a:t>
          </a:r>
        </a:p>
      </dsp:txBody>
      <dsp:txXfrm>
        <a:off x="6095249" y="1265836"/>
        <a:ext cx="1582031" cy="632812"/>
      </dsp:txXfrm>
    </dsp:sp>
    <dsp:sp modelId="{D6BE91CD-E28C-4E05-8B68-8A66C6999035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FEFC58-0163-4F2B-907D-DADAE1D04EC2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2C266-8E51-4D6E-B352-1AFFD6923A12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Redis (Cache): Low-latency reads and profile caching</a:t>
          </a:r>
        </a:p>
      </dsp:txBody>
      <dsp:txXfrm>
        <a:off x="3306919" y="3559781"/>
        <a:ext cx="1582031" cy="6328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29639B-860D-4E77-965E-0E83C138FFC8}">
      <dsp:nvSpPr>
        <dsp:cNvPr id="0" name=""/>
        <dsp:cNvSpPr/>
      </dsp:nvSpPr>
      <dsp:spPr>
        <a:xfrm>
          <a:off x="0" y="3936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`POST /users`  — create user (sync to Neo4j + publish USER_CREATED)</a:t>
          </a:r>
        </a:p>
      </dsp:txBody>
      <dsp:txXfrm>
        <a:off x="19904" y="23840"/>
        <a:ext cx="8189792" cy="367937"/>
      </dsp:txXfrm>
    </dsp:sp>
    <dsp:sp modelId="{BCD840B2-C782-4DDE-9717-8E248012AA7C}">
      <dsp:nvSpPr>
        <dsp:cNvPr id="0" name=""/>
        <dsp:cNvSpPr/>
      </dsp:nvSpPr>
      <dsp:spPr>
        <a:xfrm>
          <a:off x="0" y="460641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`GET /users`   — list users</a:t>
          </a:r>
        </a:p>
      </dsp:txBody>
      <dsp:txXfrm>
        <a:off x="19904" y="480545"/>
        <a:ext cx="8189792" cy="367937"/>
      </dsp:txXfrm>
    </dsp:sp>
    <dsp:sp modelId="{710F8E76-D24E-4277-BC08-A8F3FFA770B5}">
      <dsp:nvSpPr>
        <dsp:cNvPr id="0" name=""/>
        <dsp:cNvSpPr/>
      </dsp:nvSpPr>
      <dsp:spPr>
        <a:xfrm>
          <a:off x="0" y="917346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`PUT /users/:id` — update user (publish USER_UPDATED)</a:t>
          </a:r>
        </a:p>
      </dsp:txBody>
      <dsp:txXfrm>
        <a:off x="19904" y="937250"/>
        <a:ext cx="8189792" cy="367937"/>
      </dsp:txXfrm>
    </dsp:sp>
    <dsp:sp modelId="{5E357D16-C708-4FFA-8DE5-09A4F6F6B832}">
      <dsp:nvSpPr>
        <dsp:cNvPr id="0" name=""/>
        <dsp:cNvSpPr/>
      </dsp:nvSpPr>
      <dsp:spPr>
        <a:xfrm>
          <a:off x="0" y="1374051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`DELETE /users/:id` — delete user (publish USER_DELETED)</a:t>
          </a:r>
        </a:p>
      </dsp:txBody>
      <dsp:txXfrm>
        <a:off x="19904" y="1393955"/>
        <a:ext cx="8189792" cy="367937"/>
      </dsp:txXfrm>
    </dsp:sp>
    <dsp:sp modelId="{18D9D5A6-24A3-4C01-9070-DF9E2B83F2F1}">
      <dsp:nvSpPr>
        <dsp:cNvPr id="0" name=""/>
        <dsp:cNvSpPr/>
      </dsp:nvSpPr>
      <dsp:spPr>
        <a:xfrm>
          <a:off x="0" y="1830756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`POST /posts`  — create post (publish POST_CREATED)</a:t>
          </a:r>
        </a:p>
      </dsp:txBody>
      <dsp:txXfrm>
        <a:off x="19904" y="1850660"/>
        <a:ext cx="8189792" cy="367937"/>
      </dsp:txXfrm>
    </dsp:sp>
    <dsp:sp modelId="{074B560B-38F8-4BB2-A408-4D746C6548ED}">
      <dsp:nvSpPr>
        <dsp:cNvPr id="0" name=""/>
        <dsp:cNvSpPr/>
      </dsp:nvSpPr>
      <dsp:spPr>
        <a:xfrm>
          <a:off x="0" y="2287461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`GET /posts`   — get posts (enriched with user data)</a:t>
          </a:r>
        </a:p>
      </dsp:txBody>
      <dsp:txXfrm>
        <a:off x="19904" y="2307365"/>
        <a:ext cx="8189792" cy="367937"/>
      </dsp:txXfrm>
    </dsp:sp>
    <dsp:sp modelId="{C5BCB871-10E2-4C19-9B6E-FDB23DB186F8}">
      <dsp:nvSpPr>
        <dsp:cNvPr id="0" name=""/>
        <dsp:cNvSpPr/>
      </dsp:nvSpPr>
      <dsp:spPr>
        <a:xfrm>
          <a:off x="0" y="2744166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`POST /follow` — create follow (Neo4j + publish FOLLOW_CREATED)</a:t>
          </a:r>
        </a:p>
      </dsp:txBody>
      <dsp:txXfrm>
        <a:off x="19904" y="2764070"/>
        <a:ext cx="8189792" cy="367937"/>
      </dsp:txXfrm>
    </dsp:sp>
    <dsp:sp modelId="{3692ABBB-D901-47F1-86C3-79F1BBF21DC1}">
      <dsp:nvSpPr>
        <dsp:cNvPr id="0" name=""/>
        <dsp:cNvSpPr/>
      </dsp:nvSpPr>
      <dsp:spPr>
        <a:xfrm>
          <a:off x="0" y="3200871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`GET /relationships` — list relationships</a:t>
          </a:r>
        </a:p>
      </dsp:txBody>
      <dsp:txXfrm>
        <a:off x="19904" y="3220775"/>
        <a:ext cx="8189792" cy="367937"/>
      </dsp:txXfrm>
    </dsp:sp>
    <dsp:sp modelId="{0FB3F07A-1421-4CBB-83D8-0CD975594473}">
      <dsp:nvSpPr>
        <dsp:cNvPr id="0" name=""/>
        <dsp:cNvSpPr/>
      </dsp:nvSpPr>
      <dsp:spPr>
        <a:xfrm>
          <a:off x="0" y="3657576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`GET /analytics` — TimescaleDB stats</a:t>
          </a:r>
        </a:p>
      </dsp:txBody>
      <dsp:txXfrm>
        <a:off x="19904" y="3677480"/>
        <a:ext cx="8189792" cy="367937"/>
      </dsp:txXfrm>
    </dsp:sp>
    <dsp:sp modelId="{A4D478C7-A41D-4190-BCDA-F784820ACF18}">
      <dsp:nvSpPr>
        <dsp:cNvPr id="0" name=""/>
        <dsp:cNvSpPr/>
      </dsp:nvSpPr>
      <dsp:spPr>
        <a:xfrm>
          <a:off x="0" y="4114281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`GET /cache-status` — Redis metrics</a:t>
          </a:r>
        </a:p>
      </dsp:txBody>
      <dsp:txXfrm>
        <a:off x="19904" y="4134185"/>
        <a:ext cx="8189792" cy="367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E49B6-37EE-451A-AB98-B4DC818F7D7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6352C-F144-4D9A-A210-FBFBFF526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86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Emphasize trade-offs between specialized DBs and the motivation for picking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Walk through the diagram slowly: UI -&gt; API -&gt; DB writes, and explain Kafka's place in syncing and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Mention how each DB addresses specific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Highlight how endpoints publish events and how consumers handle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Emphasize idempotency (consumer should be safe if message reprocessed).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2B42C-810F-F103-0BDE-6E3D2BCEB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6D203-0BB2-1487-2A5C-FDE52E111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24DCD-803A-0D9A-ADF5-ED15DB473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Emphasize idempotency (consumer should be safe if message reprocessed).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91325-767F-017A-1493-FFD9EC1F7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0563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- Mention performance benefits and ease of integration with DOM-based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Explain environment variables for DB connection strings and Kafka broker.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These steps demonstrate both sync and async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If available, include example metrics (QPS, event latency). If not, request user to provide sample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3C23D-0921-DE91-6D84-15CE2709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4A913-A411-3084-CDC3-7DC5053515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4F31D-15A2-208A-EB05-13A2AB1B72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These are next steps for production readiness.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41967-BAC9-4D84-BD54-452923190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59697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These are next steps for production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Offer to run a live demo or export the deck to PPTX/PDF on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20A1B-6404-4230-8557-C6789E61E505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AD775-5A72-41AD-8559-3E584781B71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C56D9-B94B-4A46-9839-A156265FEDF8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CF8EB-D208-4A26-BCF6-94E576A6E7FF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2C25E-0C80-4C03-9717-A583A200E5A8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5DF32-6AA5-4470-B452-A8611E517E73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993C6-8B1E-4CA6-A994-60A74C83D4DE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8A-8DE9-41D9-9C53-4308BDDD380D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9EB6-4A76-4D5B-83BA-8B80366A8E2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32C9-E8BF-466E-8426-15B5C0DD722E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94D8-91EF-4B4E-90BD-325897D4DA85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BC4DF-F4B8-4FDB-A2B2-612D0AB4A878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AD630B4-4CCC-7B1D-1803-DAED942D7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Iceberg underwater">
            <a:extLst>
              <a:ext uri="{FF2B5EF4-FFF2-40B4-BE49-F238E27FC236}">
                <a16:creationId xmlns:a16="http://schemas.microsoft.com/office/drawing/2014/main" id="{532DE6AF-AE7B-9151-DB09-B55776A895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25000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86450" cy="3204429"/>
          </a:xfrm>
        </p:spPr>
        <p:txBody>
          <a:bodyPr anchor="t">
            <a:normAutofit/>
          </a:bodyPr>
          <a:lstStyle/>
          <a:p>
            <a:pPr algn="l"/>
            <a:r>
              <a:rPr lang="en-US" sz="3500" b="1" dirty="0">
                <a:solidFill>
                  <a:srgbClr val="FFFFFF"/>
                </a:solidFill>
              </a:rPr>
              <a:t>Polyglot Persistence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473" y="4118345"/>
            <a:ext cx="5415517" cy="1509822"/>
          </a:xfrm>
        </p:spPr>
        <p:txBody>
          <a:bodyPr anchor="b">
            <a:normAutofit fontScale="92500" lnSpcReduction="10000"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</a:rPr>
              <a:t>Final presentation &amp; Demonstration</a:t>
            </a:r>
          </a:p>
          <a:p>
            <a:pPr algn="l"/>
            <a:r>
              <a:rPr lang="en-US" sz="2400" dirty="0">
                <a:solidFill>
                  <a:srgbClr val="FFFFFF"/>
                </a:solidFill>
              </a:rPr>
              <a:t>Date: December 11, 2025</a:t>
            </a:r>
          </a:p>
          <a:p>
            <a:pPr algn="l"/>
            <a:r>
              <a:rPr lang="en-US" sz="2400" dirty="0">
                <a:solidFill>
                  <a:srgbClr val="FFFFFF"/>
                </a:solidFill>
              </a:rPr>
              <a:t>By: Paras Tiwari, Nischal Neupane, Sandhya Shahi Thakuri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9264613-F0F7-08CE-0ADF-98407A64D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 fontScale="92500" lnSpcReduction="20000"/>
          </a:bodyPr>
          <a:lstStyle/>
          <a:p>
            <a:endParaRPr lang="en-US" sz="2400" dirty="0"/>
          </a:p>
          <a:p>
            <a:pPr>
              <a:defRPr sz="1800"/>
            </a:pPr>
            <a:r>
              <a:rPr lang="en-US" sz="2400" dirty="0"/>
              <a:t>Introduction</a:t>
            </a:r>
          </a:p>
          <a:p>
            <a:pPr>
              <a:defRPr sz="1800"/>
            </a:pPr>
            <a:r>
              <a:rPr lang="en-US" sz="2400" dirty="0"/>
              <a:t>Project Goals &amp; Motivation</a:t>
            </a:r>
          </a:p>
          <a:p>
            <a:pPr>
              <a:defRPr sz="1800"/>
            </a:pPr>
            <a:r>
              <a:rPr lang="en-US" sz="2400" dirty="0"/>
              <a:t>Features and Capabilities</a:t>
            </a:r>
          </a:p>
          <a:p>
            <a:pPr>
              <a:defRPr sz="1800"/>
            </a:pPr>
            <a:r>
              <a:rPr lang="en-US" sz="2400" dirty="0"/>
              <a:t>Architecture Overview</a:t>
            </a:r>
          </a:p>
          <a:p>
            <a:pPr>
              <a:defRPr sz="1800"/>
            </a:pPr>
            <a:r>
              <a:rPr lang="en-US" sz="2400" dirty="0"/>
              <a:t>Databases &amp; Why Each Was Chosen</a:t>
            </a:r>
          </a:p>
          <a:p>
            <a:pPr>
              <a:defRPr sz="1800"/>
            </a:pPr>
            <a:r>
              <a:rPr lang="en-US" sz="2400" dirty="0"/>
              <a:t>API </a:t>
            </a:r>
          </a:p>
          <a:p>
            <a:pPr>
              <a:defRPr sz="1800"/>
            </a:pPr>
            <a:r>
              <a:rPr lang="en-US" sz="2400" dirty="0"/>
              <a:t>Kafka and Why?</a:t>
            </a:r>
          </a:p>
          <a:p>
            <a:pPr>
              <a:defRPr sz="1800"/>
            </a:pPr>
            <a:r>
              <a:rPr lang="en-US" sz="2400" dirty="0"/>
              <a:t>Frontend: Visualization (vis-network)</a:t>
            </a:r>
          </a:p>
          <a:p>
            <a:pPr>
              <a:defRPr sz="1800"/>
            </a:pPr>
            <a:r>
              <a:rPr lang="en-US" sz="2400" dirty="0"/>
              <a:t>Deployment &amp; Run Instructions</a:t>
            </a:r>
          </a:p>
          <a:p>
            <a:pPr>
              <a:defRPr sz="1800"/>
            </a:pPr>
            <a:r>
              <a:rPr lang="en-US" sz="2400" dirty="0"/>
              <a:t>Demos </a:t>
            </a:r>
          </a:p>
          <a:p>
            <a:pPr>
              <a:defRPr sz="1800"/>
            </a:pPr>
            <a:r>
              <a:rPr lang="en-US" sz="2400" dirty="0"/>
              <a:t>Results &amp; Metrics</a:t>
            </a:r>
          </a:p>
          <a:p>
            <a:pPr>
              <a:defRPr sz="1800"/>
            </a:pPr>
            <a:r>
              <a:rPr lang="en-US" sz="2400" dirty="0"/>
              <a:t>Conclusion</a:t>
            </a:r>
          </a:p>
          <a:p>
            <a:pPr>
              <a:defRPr sz="1800"/>
            </a:pPr>
            <a:r>
              <a:rPr lang="en-US" sz="2400" dirty="0"/>
              <a:t>Future work</a:t>
            </a:r>
          </a:p>
          <a:p>
            <a:pPr>
              <a:defRPr sz="1800"/>
            </a:pPr>
            <a:r>
              <a:rPr lang="en-US" sz="2400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4F609-0A35-B028-13D2-2037B65B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CE96-D2AC-8CA0-4FBB-A17C3DAE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Polyglot Persistence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A252EA6-BACD-500D-EA44-06EF4889C7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3914" y="1624693"/>
          <a:ext cx="8703129" cy="5154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BE30E-7238-DF21-D1CA-59E6C997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7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Project Goals &amp; 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8B54F0-CEE5-5DB0-CDC4-01B5B8BD77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2888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64B2E-F361-BD96-151A-E11D0FD7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F3A55E-54E9-79B0-8EB1-8CB260FAD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Features and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07D6D-6C26-7015-9816-CBBD920B7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071" y="649480"/>
            <a:ext cx="5340133" cy="554604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b="1" dirty="0"/>
              <a:t>User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Create/Get/Update/Delete users</a:t>
            </a:r>
            <a:r>
              <a:rPr lang="en-US" sz="1700" dirty="0"/>
              <a:t>: PostgreSQL (relational DB)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7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User sync to social graph</a:t>
            </a:r>
            <a:r>
              <a:rPr lang="en-US" sz="1700" dirty="0"/>
              <a:t>: Neo4j (automatically when user is created/deleted)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7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User profile caching</a:t>
            </a:r>
            <a:r>
              <a:rPr lang="en-US" sz="1700" dirty="0"/>
              <a:t>: Redis (performance optimization)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7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User events logging</a:t>
            </a:r>
            <a:r>
              <a:rPr lang="en-US" sz="1700" dirty="0"/>
              <a:t>: </a:t>
            </a:r>
            <a:r>
              <a:rPr lang="en-US" sz="1700" dirty="0" err="1"/>
              <a:t>TimescaleDB</a:t>
            </a:r>
            <a:r>
              <a:rPr lang="en-US" sz="1700" dirty="0"/>
              <a:t> (audit trail and analytics)</a:t>
            </a: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3295B-B386-2991-A8B9-93AB1E92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8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754A5-4CD6-8DC1-22DD-E81B9018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4F1C9C-6CA3-1AAB-C9F3-FCD39230F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Features and Capabilities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7C4A387-DB03-A32E-31A8-9B66413F5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Post Management</a:t>
            </a:r>
          </a:p>
          <a:p>
            <a:r>
              <a:rPr lang="en-US" sz="1700" b="1" dirty="0"/>
              <a:t>Store posts</a:t>
            </a:r>
            <a:r>
              <a:rPr lang="en-US" sz="1700" dirty="0"/>
              <a:t>: MongoDB (document DB—flexible schema)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sz="1700" b="1" dirty="0"/>
              <a:t>Retrieve posts enriched with user data</a:t>
            </a:r>
            <a:r>
              <a:rPr lang="en-US" sz="1700" dirty="0"/>
              <a:t>: API gateway orchestrates MongoDB + PostgreSQL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sz="1700" b="1" dirty="0"/>
              <a:t>Post event tracking</a:t>
            </a:r>
            <a:r>
              <a:rPr lang="en-US" sz="1700" dirty="0"/>
              <a:t>: Kafka publishes POST_CREATED/UPDATED/DELETED; </a:t>
            </a:r>
            <a:r>
              <a:rPr lang="en-US" sz="1700" dirty="0" err="1"/>
              <a:t>TimescaleDB</a:t>
            </a:r>
            <a:r>
              <a:rPr lang="en-US" sz="1700" dirty="0"/>
              <a:t> logs events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E3779-1EC6-7102-2E96-9FC5EDED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60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297298-6D64-624B-9EBE-FD822D53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3A2BF0-2661-0E12-2855-E424DB66F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Features and Capabilities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2B70CC7-0A86-3B40-D80D-75927046D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900" b="1"/>
          </a:p>
          <a:p>
            <a:pPr marL="0" indent="0">
              <a:buNone/>
            </a:pPr>
            <a:r>
              <a:rPr lang="en-US" sz="1900" b="1"/>
              <a:t>Social Graph &amp; Relationships</a:t>
            </a:r>
          </a:p>
          <a:p>
            <a:r>
              <a:rPr lang="en-US" sz="1900" b="1"/>
              <a:t>Create follow relationships</a:t>
            </a:r>
            <a:r>
              <a:rPr lang="en-US" sz="1900"/>
              <a:t>: Neo4j (graph DB)</a:t>
            </a:r>
          </a:p>
          <a:p>
            <a:r>
              <a:rPr lang="en-US" sz="1900" b="1"/>
              <a:t>Relationship caching</a:t>
            </a:r>
            <a:r>
              <a:rPr lang="en-US" sz="1900"/>
              <a:t>: Redis</a:t>
            </a:r>
          </a:p>
          <a:p>
            <a:pPr marL="0" indent="0">
              <a:buNone/>
            </a:pPr>
            <a:endParaRPr lang="en-US" sz="1900" b="1"/>
          </a:p>
          <a:p>
            <a:pPr marL="0" indent="0">
              <a:buNone/>
            </a:pPr>
            <a:r>
              <a:rPr lang="en-US" sz="1900" b="1"/>
              <a:t>Analytics &amp; Monitoring</a:t>
            </a:r>
          </a:p>
          <a:p>
            <a:r>
              <a:rPr lang="en-US" sz="1900" b="1"/>
              <a:t>Event statistics:  </a:t>
            </a:r>
            <a:r>
              <a:rPr lang="en-US" sz="1900"/>
              <a:t>TimescaleDB (time-series DB—optimized for events, metrics, time-bucketed queries)</a:t>
            </a:r>
          </a:p>
          <a:p>
            <a:r>
              <a:rPr lang="en-US" sz="1900" b="1"/>
              <a:t>Cache performance metrics: </a:t>
            </a:r>
            <a:r>
              <a:rPr lang="en-US" sz="1900"/>
              <a:t>Redis introspection endpoints</a:t>
            </a:r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endParaRPr lang="en-US" sz="1900"/>
          </a:p>
          <a:p>
            <a:pPr marL="0" indent="0">
              <a:buNone/>
            </a:pPr>
            <a:endParaRPr lang="en-US" sz="19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5" name="Graphic 24" descr="Connections">
            <a:extLst>
              <a:ext uri="{FF2B5EF4-FFF2-40B4-BE49-F238E27FC236}">
                <a16:creationId xmlns:a16="http://schemas.microsoft.com/office/drawing/2014/main" id="{E1283679-4FAF-FB41-D24A-1D7BFB9E9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7BC7D-74D6-77B9-46B4-F2A334E3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3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63" y="86860"/>
            <a:ext cx="8645978" cy="558119"/>
          </a:xfrm>
        </p:spPr>
        <p:txBody>
          <a:bodyPr>
            <a:noAutofit/>
          </a:bodyPr>
          <a:lstStyle/>
          <a:p>
            <a:r>
              <a:rPr sz="3200" dirty="0"/>
              <a:t>High-Level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ED8A46-8488-80B9-8F9B-34DE4C0D8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0922" y="824593"/>
            <a:ext cx="8139791" cy="575876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34A20-A617-F3FF-B72F-E33B9575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Databases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C9CCE6-74E2-F166-369C-F50083D62E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151216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E8C14-12A2-BF40-E44E-F5D7B0B2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A0F5-8BCF-08A9-D4A5-0B55630E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94FD-CA6E-BFFB-2A35-7A562797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/>
              <a:t>Postgres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9BCB1-2F87-4CB4-40B5-7326B5F9D6BD}"/>
              </a:ext>
            </a:extLst>
          </p:cNvPr>
          <p:cNvSpPr txBox="1"/>
          <p:nvPr/>
        </p:nvSpPr>
        <p:spPr>
          <a:xfrm>
            <a:off x="657519" y="2533476"/>
            <a:ext cx="2591866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</a:rPr>
              <a:t>Relationships:</a:t>
            </a:r>
            <a:endParaRPr lang="en-US" sz="1700" b="0" i="0"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One-to-many: One user can have multiple billing records (subscription history)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Foreign key constraint ensures referential integrity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7559E2-46B5-F570-A66E-5BBB764A12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67" r="19597" b="2"/>
          <a:stretch>
            <a:fillRect/>
          </a:stretch>
        </p:blipFill>
        <p:spPr>
          <a:xfrm>
            <a:off x="3815044" y="10"/>
            <a:ext cx="5328955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5AFD70F-20E3-55D2-E154-7D4FACFBB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051478" y="0"/>
            <a:ext cx="9252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FBDB812-268E-7EC5-B48A-7522718164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DA30E18-AA70-D998-AAFC-727CB0367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B36A281-471A-B59D-9D7F-68B378F6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28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A95D2-8BB2-207F-6DD0-7495CE018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5679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MongoDB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766B26-1B45-7141-B2D2-5DC0CCC1CB84}"/>
              </a:ext>
            </a:extLst>
          </p:cNvPr>
          <p:cNvSpPr txBox="1"/>
          <p:nvPr/>
        </p:nvSpPr>
        <p:spPr>
          <a:xfrm>
            <a:off x="1" y="1322613"/>
            <a:ext cx="4845084" cy="50777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Field Descriptions:</a:t>
            </a:r>
          </a:p>
          <a:p>
            <a:endParaRPr lang="en-US" dirty="0"/>
          </a:p>
          <a:p>
            <a:r>
              <a:rPr lang="en-US" sz="2000" b="1" dirty="0"/>
              <a:t>_id: </a:t>
            </a:r>
            <a:r>
              <a:rPr lang="en-US" sz="2000" dirty="0"/>
              <a:t>MongoDB auto-generated </a:t>
            </a:r>
            <a:r>
              <a:rPr lang="en-US" sz="2000" dirty="0" err="1"/>
              <a:t>ObjectId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 err="1"/>
              <a:t>author_id</a:t>
            </a:r>
            <a:r>
              <a:rPr lang="en-US" sz="2000" b="1" dirty="0"/>
              <a:t>: </a:t>
            </a:r>
            <a:r>
              <a:rPr lang="en-US" sz="2000" dirty="0"/>
              <a:t>Reference to PostgreSQL user UUID (cross-database reference)</a:t>
            </a:r>
          </a:p>
          <a:p>
            <a:endParaRPr lang="en-US" sz="2000" dirty="0"/>
          </a:p>
          <a:p>
            <a:r>
              <a:rPr lang="en-US" sz="2000" b="1" dirty="0"/>
              <a:t>title: </a:t>
            </a:r>
            <a:r>
              <a:rPr lang="en-US" sz="2000" dirty="0"/>
              <a:t>Post title (indexed for search)</a:t>
            </a:r>
          </a:p>
          <a:p>
            <a:endParaRPr lang="en-US" sz="2000" dirty="0"/>
          </a:p>
          <a:p>
            <a:r>
              <a:rPr lang="en-US" sz="2000" b="1" dirty="0"/>
              <a:t>body: </a:t>
            </a:r>
            <a:r>
              <a:rPr lang="en-US" sz="2000" dirty="0"/>
              <a:t>Full text content</a:t>
            </a:r>
          </a:p>
          <a:p>
            <a:endParaRPr lang="en-US" sz="2000" dirty="0"/>
          </a:p>
          <a:p>
            <a:r>
              <a:rPr lang="en-US" sz="2000" b="1" dirty="0"/>
              <a:t>tags: </a:t>
            </a:r>
            <a:r>
              <a:rPr lang="en-US" sz="2000" dirty="0"/>
              <a:t>Array for categorization and filtering</a:t>
            </a:r>
          </a:p>
          <a:p>
            <a:endParaRPr lang="en-US" sz="2000" dirty="0"/>
          </a:p>
          <a:p>
            <a:r>
              <a:rPr lang="en-US" sz="2000" b="1" dirty="0"/>
              <a:t>meta: </a:t>
            </a:r>
            <a:r>
              <a:rPr lang="en-US" sz="2000" dirty="0"/>
              <a:t>Nested object for flexible metadata</a:t>
            </a:r>
          </a:p>
          <a:p>
            <a:endParaRPr lang="en-US" sz="2000" dirty="0"/>
          </a:p>
          <a:p>
            <a:r>
              <a:rPr lang="en-US" sz="2000" b="1" dirty="0" err="1"/>
              <a:t>created_at</a:t>
            </a:r>
            <a:r>
              <a:rPr lang="en-US" sz="2000" b="1" dirty="0"/>
              <a:t>: </a:t>
            </a:r>
            <a:r>
              <a:rPr lang="en-US" sz="2000" dirty="0"/>
              <a:t>Timestamp for sorting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endParaRPr lang="en-US" sz="1700" b="0" i="0" dirty="0"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C20B3C-1062-78D2-8646-01CB95C7A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029" y="926995"/>
            <a:ext cx="4420838" cy="5286026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7809CC0-A852-2178-E599-1896A634A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4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753E1-37A0-43A8-C0F8-8CCB71B08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492"/>
            <a:ext cx="9143999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35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8" y="-3783777"/>
            <a:ext cx="1576446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986"/>
            <a:ext cx="3227567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46B49-E49D-2B90-A0DB-3B914312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5" y="353160"/>
            <a:ext cx="5318475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Neo4j (Graph)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B29E0-D57E-7048-244C-3FE712140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0" y="2116046"/>
            <a:ext cx="4724725" cy="35907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78848A-193C-F29F-EB1F-9B52DE95E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965" y="1722664"/>
            <a:ext cx="5077752" cy="50777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7CD38F-35BB-895D-D891-8C8EBD04490D}"/>
              </a:ext>
            </a:extLst>
          </p:cNvPr>
          <p:cNvSpPr txBox="1"/>
          <p:nvPr/>
        </p:nvSpPr>
        <p:spPr>
          <a:xfrm>
            <a:off x="1" y="1322613"/>
            <a:ext cx="4845084" cy="50777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</a:pPr>
            <a:endParaRPr lang="en-US" sz="1700" b="0" i="0" dirty="0">
              <a:effectLst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C7DBD-98A1-C301-3BDB-FDBD73BFF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32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FDF97-BED0-5E03-6B68-9CBF3023E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352BBB9-69A8-405C-9209-A9FE217AE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BA8247A-9874-4F57-82F4-AEB016E66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30C3CE4-8479-4B6E-9C21-D7B0CD89E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BCD297-22FC-4ECD-95DC-8581D5E6B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61A25F1-8873-4D98-B8D5-169EA0AC9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B7BCAD9-3EF1-4FCE-AFA0-BD2C545A7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6649524-3638-4334-8ED6-539D10DF4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D2CE36-214D-96E0-D79F-37559C24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684915"/>
            <a:ext cx="3488307" cy="195107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dirty="0" err="1">
                <a:solidFill>
                  <a:schemeClr val="bg1"/>
                </a:solidFill>
              </a:rPr>
              <a:t>TimescaleDB</a:t>
            </a:r>
            <a:r>
              <a:rPr lang="en-US" sz="4200" dirty="0">
                <a:solidFill>
                  <a:schemeClr val="bg1"/>
                </a:solidFill>
              </a:rPr>
              <a:t> (Events): </a:t>
            </a:r>
            <a:endParaRPr lang="en-US" sz="42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0EE7C-1B86-CEDB-8BF3-2529445A2FA4}"/>
              </a:ext>
            </a:extLst>
          </p:cNvPr>
          <p:cNvSpPr txBox="1"/>
          <p:nvPr/>
        </p:nvSpPr>
        <p:spPr>
          <a:xfrm>
            <a:off x="4114560" y="684921"/>
            <a:ext cx="4255580" cy="195108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600" b="1" dirty="0" err="1">
                <a:solidFill>
                  <a:schemeClr val="bg1"/>
                </a:solidFill>
              </a:rPr>
              <a:t>Hypertable</a:t>
            </a:r>
            <a:r>
              <a:rPr lang="en-US" sz="1600" b="1" dirty="0">
                <a:solidFill>
                  <a:schemeClr val="bg1"/>
                </a:solidFill>
              </a:rPr>
              <a:t> Characteristics: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Automatically partitioned by time (default: 7 days per chunk)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Optimized for time-range queries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Efficient compression for historical data</a:t>
            </a: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Continuous aggregates for real-time analytics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6308D47-0FB2-42D2-4DC8-76BB212B4E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1" r="-1" b="-1"/>
          <a:stretch>
            <a:fillRect/>
          </a:stretch>
        </p:blipFill>
        <p:spPr>
          <a:xfrm>
            <a:off x="472228" y="2708781"/>
            <a:ext cx="8136047" cy="3496632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2906481"/>
            <a:ext cx="304800" cy="322326"/>
            <a:chOff x="215328" y="-46937"/>
            <a:chExt cx="304800" cy="277384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8842A-E2A2-5A6A-781D-C5D42B5B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38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E638F-2645-6809-2431-586D5B6D3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0"/>
            <a:ext cx="4571993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A833B-900D-1A30-00FA-6A9D5C53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667" y="637763"/>
            <a:ext cx="3233024" cy="16272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Redis (Cache):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6667" y="2372156"/>
            <a:ext cx="3429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AE38C-6E32-1487-FB22-06FFF5B7829F}"/>
              </a:ext>
            </a:extLst>
          </p:cNvPr>
          <p:cNvSpPr txBox="1"/>
          <p:nvPr/>
        </p:nvSpPr>
        <p:spPr>
          <a:xfrm>
            <a:off x="866667" y="2581065"/>
            <a:ext cx="3213312" cy="3633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chemeClr val="bg1"/>
                </a:solidFill>
                <a:effectLst/>
              </a:rPr>
              <a:t>Key Patterns and Data Types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chemeClr val="bg1"/>
                </a:solidFill>
                <a:effectLst/>
              </a:rPr>
              <a:t>User Profile Cache (Hash):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300" b="0" i="0" dirty="0">
              <a:solidFill>
                <a:schemeClr val="bg1"/>
              </a:solidFill>
              <a:effectLst/>
            </a:endParaRP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chemeClr val="bg1"/>
                </a:solidFill>
                <a:effectLst/>
              </a:rPr>
              <a:t>Key: user:{</a:t>
            </a:r>
            <a:r>
              <a:rPr lang="en-US" sz="1300" b="0" i="0" dirty="0" err="1">
                <a:solidFill>
                  <a:schemeClr val="bg1"/>
                </a:solidFill>
                <a:effectLst/>
              </a:rPr>
              <a:t>user_id</a:t>
            </a:r>
            <a:r>
              <a:rPr lang="en-US" sz="1300" b="0" i="0" dirty="0">
                <a:solidFill>
                  <a:schemeClr val="bg1"/>
                </a:solidFill>
                <a:effectLst/>
              </a:rPr>
              <a:t>}:profile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chemeClr val="bg1"/>
                </a:solidFill>
                <a:effectLst/>
              </a:rPr>
              <a:t>Type: Hash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chemeClr val="bg1"/>
                </a:solidFill>
                <a:effectLst/>
              </a:rPr>
              <a:t>TTL: 3600 seconds (1 hour)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chemeClr val="bg1"/>
                </a:solidFill>
                <a:effectLst/>
              </a:rPr>
              <a:t>Fields: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chemeClr val="bg1"/>
                </a:solidFill>
                <a:effectLst/>
              </a:rPr>
              <a:t>  - id: "user-</a:t>
            </a:r>
            <a:r>
              <a:rPr lang="en-US" sz="1300" b="0" i="0" dirty="0" err="1">
                <a:solidFill>
                  <a:schemeClr val="bg1"/>
                </a:solidFill>
                <a:effectLst/>
              </a:rPr>
              <a:t>uuid</a:t>
            </a:r>
            <a:r>
              <a:rPr lang="en-US" sz="1300" b="0" i="0" dirty="0">
                <a:solidFill>
                  <a:schemeClr val="bg1"/>
                </a:solidFill>
                <a:effectLst/>
              </a:rPr>
              <a:t>"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chemeClr val="bg1"/>
                </a:solidFill>
                <a:effectLst/>
              </a:rPr>
              <a:t>  - name: "User Name"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chemeClr val="bg1"/>
                </a:solidFill>
                <a:effectLst/>
              </a:rPr>
              <a:t>  - email: "user@example.com"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300" b="0" i="0" dirty="0">
                <a:solidFill>
                  <a:schemeClr val="bg1"/>
                </a:solidFill>
                <a:effectLst/>
              </a:rPr>
              <a:t>  - </a:t>
            </a:r>
            <a:r>
              <a:rPr lang="en-US" sz="1300" b="0" i="0" dirty="0" err="1">
                <a:solidFill>
                  <a:schemeClr val="bg1"/>
                </a:solidFill>
                <a:effectLst/>
              </a:rPr>
              <a:t>created_at</a:t>
            </a:r>
            <a:r>
              <a:rPr lang="en-US" sz="1300" b="0" i="0" dirty="0">
                <a:solidFill>
                  <a:schemeClr val="bg1"/>
                </a:solidFill>
                <a:effectLst/>
              </a:rPr>
              <a:t>: "2025-12-04T10:00:00Z"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2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871465-70C6-BCBD-B791-6151B7F5A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583" y="637763"/>
            <a:ext cx="3601433" cy="577936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C286C-4F60-5847-05B1-712C09B3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66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AD555E-425F-6DF2-8D7A-21CD53E261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BA43E-C304-1BD1-8870-FCC285D5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190394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dirty="0"/>
              <a:t>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914" y="1943101"/>
            <a:ext cx="6014823" cy="477610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Definition:</a:t>
            </a:r>
            <a:r>
              <a:rPr lang="en-US" sz="2000" dirty="0"/>
              <a:t> Kafka is a distributed, durable, high-throughput event streaming platform (message broker) that stores ordered logs of events (topics) and lets multiple producers and consumers read/write those logs.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Core concepts:</a:t>
            </a:r>
            <a:r>
              <a:rPr lang="en-US" sz="2000" dirty="0"/>
              <a:t> 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Topic</a:t>
            </a:r>
            <a:r>
              <a:rPr lang="en-US" sz="2000" dirty="0"/>
              <a:t> (named stream)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 </a:t>
            </a:r>
            <a:r>
              <a:rPr lang="en-US" sz="2000" b="1" dirty="0"/>
              <a:t>Producer</a:t>
            </a:r>
            <a:r>
              <a:rPr lang="en-US" sz="2000" dirty="0"/>
              <a:t> (writes events)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Consumer</a:t>
            </a:r>
            <a:r>
              <a:rPr lang="en-US" sz="2000" dirty="0"/>
              <a:t> (reads events)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Partition</a:t>
            </a:r>
            <a:r>
              <a:rPr lang="en-US" sz="2000" dirty="0"/>
              <a:t> (ordered subset of a topic for parallelism)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Offset</a:t>
            </a:r>
            <a:r>
              <a:rPr lang="en-US" sz="2000" dirty="0"/>
              <a:t> (position in partition)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Broker</a:t>
            </a:r>
            <a:r>
              <a:rPr lang="en-US" sz="2000" dirty="0"/>
              <a:t> (Kafka server)</a:t>
            </a:r>
          </a:p>
          <a:p>
            <a:pPr>
              <a:lnSpc>
                <a:spcPct val="90000"/>
              </a:lnSpc>
            </a:pPr>
            <a:r>
              <a:rPr lang="en-US" sz="2000" b="1" dirty="0"/>
              <a:t>Zookeeper</a:t>
            </a:r>
            <a:r>
              <a:rPr lang="en-US" sz="2000" dirty="0"/>
              <a:t> (coordination in this setup).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  <a:defRPr sz="2000"/>
            </a:pP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Server">
            <a:extLst>
              <a:ext uri="{FF2B5EF4-FFF2-40B4-BE49-F238E27FC236}">
                <a16:creationId xmlns:a16="http://schemas.microsoft.com/office/drawing/2014/main" id="{4A64C884-56CE-B810-FFA7-8E6945508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79C66-F98B-EA85-8C55-388703FC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7C9D4-86C3-05A2-94B9-625F1975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rgbClr val="FFFFFF"/>
                </a:solidFill>
              </a:rPr>
              <a:t>Why Kafka is used in this system?</a:t>
            </a:r>
            <a:br>
              <a:rPr lang="en-US" sz="3200">
                <a:solidFill>
                  <a:srgbClr val="FFFFFF"/>
                </a:solidFill>
              </a:rPr>
            </a:b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31B0E-EDD0-AC97-D7D5-ACE18811F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Decoupling services:</a:t>
            </a:r>
            <a:r>
              <a:rPr lang="en-US" sz="2400" dirty="0"/>
              <a:t> Producers (API writes / CDC) publish events once; many independent consumers can react (Neo4j sync, Redis cache, Timescale analytics) without tight coupling.</a:t>
            </a:r>
          </a:p>
          <a:p>
            <a:endParaRPr lang="en-US" sz="2400" dirty="0"/>
          </a:p>
          <a:p>
            <a:r>
              <a:rPr lang="en-US" sz="2400" b="1" dirty="0"/>
              <a:t>Fan-out &amp; multiple targets:</a:t>
            </a:r>
            <a:r>
              <a:rPr lang="en-US" sz="2400" dirty="0"/>
              <a:t> One write to Postgres → a single USER_CREATED event can update Neo4j, prime Redis, and log to </a:t>
            </a:r>
            <a:r>
              <a:rPr lang="en-US" sz="2400" dirty="0" err="1"/>
              <a:t>TimescaleDB</a:t>
            </a:r>
            <a:r>
              <a:rPr lang="en-US" sz="2400" dirty="0"/>
              <a:t> concurrently.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3C83D-6B99-AFEB-120A-5A7CD338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84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3AA1A-FAC2-1ADC-8649-80D350F3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B36A9-3448-C98D-F9F4-417339EE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Kafka Consumers — What We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622B2-B84D-855E-E826-EA878F4DA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700"/>
              <a:t>`services/api/lib/kafka-consumers.js` implements handlers:</a:t>
            </a:r>
          </a:p>
          <a:p>
            <a:pPr>
              <a:defRPr sz="1800"/>
            </a:pPr>
            <a:r>
              <a:rPr lang="en-US" sz="1700"/>
              <a:t>TimescaleDB logging for all events</a:t>
            </a:r>
          </a:p>
          <a:p>
            <a:pPr>
              <a:defRPr sz="1800"/>
            </a:pPr>
            <a:r>
              <a:rPr lang="en-US" sz="1700"/>
              <a:t>Redis caching of user profiles (1 hour TTL) on USER_CREATED/UPDATED</a:t>
            </a:r>
          </a:p>
          <a:p>
            <a:pPr>
              <a:defRPr sz="1800"/>
            </a:pPr>
            <a:r>
              <a:rPr lang="en-US" sz="1700"/>
              <a:t>Redis deletion on USER_DELETED</a:t>
            </a:r>
          </a:p>
          <a:p>
            <a:pPr>
              <a:defRPr sz="1800"/>
            </a:pPr>
            <a:r>
              <a:rPr lang="en-US" sz="1700"/>
              <a:t>Neo4j node deletion on USER_DELETED (DETACH DELETE)</a:t>
            </a:r>
          </a:p>
          <a:p>
            <a:pPr>
              <a:defRPr sz="1800"/>
            </a:pPr>
            <a:r>
              <a:rPr lang="en-US" sz="1700"/>
              <a:t>Logging and safe handling for post/follow events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5CEEE-4F25-B203-5E69-2CF0F2FB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93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Frontend: Graph Visualization (vis-network)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endParaRPr lang="en-US" sz="1700" dirty="0"/>
          </a:p>
          <a:p>
            <a:pPr marL="0" indent="0">
              <a:buNone/>
              <a:defRPr sz="1800"/>
            </a:pPr>
            <a:endParaRPr lang="en-US" sz="1700" dirty="0"/>
          </a:p>
          <a:p>
            <a:pPr>
              <a:defRPr sz="1800"/>
            </a:pPr>
            <a:r>
              <a:rPr lang="en-US" sz="2800" dirty="0"/>
              <a:t>`vis-network` is a UI library for react for network visualization</a:t>
            </a:r>
          </a:p>
          <a:p>
            <a:pPr marL="0" indent="0">
              <a:buNone/>
              <a:defRPr sz="1800"/>
            </a:pPr>
            <a:endParaRPr lang="en-US" sz="2800" dirty="0"/>
          </a:p>
          <a:p>
            <a:pPr>
              <a:defRPr sz="1800"/>
            </a:pPr>
            <a:r>
              <a:rPr lang="en-US" sz="2800" dirty="0"/>
              <a:t> `</a:t>
            </a:r>
            <a:r>
              <a:rPr lang="en-US" sz="2800" dirty="0" err="1"/>
              <a:t>GraphSection.jsx</a:t>
            </a:r>
            <a:r>
              <a:rPr lang="en-US" sz="2800" dirty="0"/>
              <a:t>` uses `vis-network` Network for interactive nodes and edges `Vis-network`</a:t>
            </a:r>
          </a:p>
          <a:p>
            <a:pPr>
              <a:defRPr sz="1800"/>
            </a:pPr>
            <a:endParaRPr lang="en-US" sz="2800" dirty="0"/>
          </a:p>
          <a:p>
            <a:pPr>
              <a:defRPr sz="1800"/>
            </a:pPr>
            <a:r>
              <a:rPr lang="en-US" sz="2800" dirty="0"/>
              <a:t>Features: zoom/pan, physics layout, click handlers for node details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325EA-2151-8DEE-CE43-5A009121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Deployment &amp;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15" y="1885279"/>
            <a:ext cx="7799208" cy="41162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pPr>
              <a:defRPr sz="1800"/>
            </a:pPr>
            <a:r>
              <a:rPr lang="en-US" sz="2800" dirty="0"/>
              <a:t>`docker-</a:t>
            </a:r>
            <a:r>
              <a:rPr lang="en-US" sz="2800" dirty="0" err="1"/>
              <a:t>compose.yml</a:t>
            </a:r>
            <a:r>
              <a:rPr lang="en-US" sz="2800" dirty="0"/>
              <a:t>` orchestrates 10 services:</a:t>
            </a:r>
          </a:p>
          <a:p>
            <a:pPr>
              <a:defRPr sz="1800"/>
            </a:pPr>
            <a:r>
              <a:rPr lang="en-US" sz="2800" dirty="0"/>
              <a:t>zookeeper, </a:t>
            </a:r>
            <a:r>
              <a:rPr lang="en-US" sz="2800" dirty="0" err="1"/>
              <a:t>kafka</a:t>
            </a:r>
            <a:r>
              <a:rPr lang="en-US" sz="2800" dirty="0"/>
              <a:t>, </a:t>
            </a:r>
            <a:r>
              <a:rPr lang="en-US" sz="2800" dirty="0" err="1"/>
              <a:t>postgres</a:t>
            </a:r>
            <a:r>
              <a:rPr lang="en-US" sz="2800" dirty="0"/>
              <a:t>, </a:t>
            </a:r>
            <a:r>
              <a:rPr lang="en-US" sz="2800" dirty="0" err="1"/>
              <a:t>timescaledb</a:t>
            </a:r>
            <a:r>
              <a:rPr lang="en-US" sz="2800" dirty="0"/>
              <a:t>, mongo, neo4j, </a:t>
            </a:r>
            <a:r>
              <a:rPr lang="en-US" sz="2800" dirty="0" err="1"/>
              <a:t>redis</a:t>
            </a:r>
            <a:r>
              <a:rPr lang="en-US" sz="2800" dirty="0"/>
              <a:t>, </a:t>
            </a:r>
            <a:r>
              <a:rPr lang="en-US" sz="2800" dirty="0" err="1"/>
              <a:t>kafka</a:t>
            </a:r>
            <a:r>
              <a:rPr lang="en-US" sz="2800" dirty="0"/>
              <a:t>-connect, </a:t>
            </a:r>
            <a:r>
              <a:rPr lang="en-US" sz="2800" dirty="0" err="1"/>
              <a:t>api</a:t>
            </a:r>
            <a:r>
              <a:rPr lang="en-US" sz="2800" dirty="0"/>
              <a:t>, frontend</a:t>
            </a:r>
          </a:p>
          <a:p>
            <a:pPr>
              <a:defRPr sz="1800"/>
            </a:pPr>
            <a:r>
              <a:rPr lang="en-US" sz="2800" dirty="0"/>
              <a:t>Health checks ensure DB readiness before API startup</a:t>
            </a:r>
          </a:p>
          <a:p>
            <a:pPr>
              <a:defRPr sz="1800"/>
            </a:pPr>
            <a:r>
              <a:rPr lang="en-US" sz="2800" dirty="0"/>
              <a:t>Quick start :</a:t>
            </a:r>
          </a:p>
          <a:p>
            <a:pPr marL="400050" lvl="1" indent="0">
              <a:buNone/>
              <a:defRPr sz="1800"/>
            </a:pPr>
            <a:r>
              <a:rPr lang="en-US" b="1" dirty="0"/>
              <a:t>cd  or ls "Example:\path\to\Advanced-Database-Project"</a:t>
            </a:r>
          </a:p>
          <a:p>
            <a:pPr marL="400050" lvl="1" indent="0">
              <a:buNone/>
              <a:defRPr sz="1800"/>
            </a:pPr>
            <a:r>
              <a:rPr lang="en-US" b="1" dirty="0"/>
              <a:t>docker-compose up -d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71CF9-4E6D-67B5-EF2A-85CAE32B6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Demo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700"/>
              <a:t>1. Start the stack with Docker Compose</a:t>
            </a:r>
          </a:p>
          <a:p>
            <a:pPr>
              <a:defRPr sz="1800"/>
            </a:pPr>
            <a:r>
              <a:rPr lang="en-US" sz="1700"/>
              <a:t>2. Open Frontend at `http://localhost:3000`</a:t>
            </a:r>
          </a:p>
          <a:p>
            <a:pPr>
              <a:defRPr sz="1800"/>
            </a:pPr>
            <a:r>
              <a:rPr lang="en-US" sz="1700"/>
              <a:t>3. Create a user via UI (or curl)</a:t>
            </a:r>
          </a:p>
          <a:p>
            <a:pPr>
              <a:defRPr sz="1800"/>
            </a:pPr>
            <a:r>
              <a:rPr lang="en-US" sz="1700"/>
              <a:t>4. Show Neo4j Browser — user node created</a:t>
            </a:r>
          </a:p>
          <a:p>
            <a:pPr>
              <a:defRPr sz="1800"/>
            </a:pPr>
            <a:r>
              <a:rPr lang="en-US" sz="1700"/>
              <a:t>5. Create a post — show enrichment (post has user info)</a:t>
            </a:r>
          </a:p>
          <a:p>
            <a:pPr>
              <a:defRPr sz="1800"/>
            </a:pPr>
            <a:r>
              <a:rPr lang="en-US" sz="1700"/>
              <a:t>6. Create a follow relationship — show graph update</a:t>
            </a:r>
          </a:p>
          <a:p>
            <a:pPr>
              <a:defRPr sz="1800"/>
            </a:pPr>
            <a:r>
              <a:rPr lang="en-US" sz="1700"/>
              <a:t>7. Show TimescaleDB analytics endpoint results</a:t>
            </a:r>
          </a:p>
          <a:p>
            <a:pPr>
              <a:defRPr sz="1800"/>
            </a:pPr>
            <a:r>
              <a:rPr lang="en-US" sz="1700"/>
              <a:t>8. Show Redis cache status endpoint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C502C-D78C-3053-5CD9-F238A8BF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Results &amp; Metrics (Observed)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280081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>
              <a:defRPr sz="1800"/>
            </a:pPr>
            <a:r>
              <a:rPr lang="en-US" sz="2400" dirty="0"/>
              <a:t>Neo4j nodes created on user creation</a:t>
            </a:r>
          </a:p>
          <a:p>
            <a:pPr>
              <a:defRPr sz="1800"/>
            </a:pPr>
            <a:r>
              <a:rPr lang="en-US" sz="2400" dirty="0" err="1"/>
              <a:t>TimescaleDB</a:t>
            </a:r>
            <a:r>
              <a:rPr lang="en-US" sz="2400" dirty="0"/>
              <a:t> receives event logs for each CRUD operation</a:t>
            </a:r>
          </a:p>
          <a:p>
            <a:pPr>
              <a:defRPr sz="1800"/>
            </a:pPr>
            <a:r>
              <a:rPr lang="en-US" sz="2400" dirty="0"/>
              <a:t>Redis caches profiles with expected TTL(Time-To-Live)</a:t>
            </a:r>
          </a:p>
          <a:p>
            <a:pPr>
              <a:defRPr sz="1800"/>
            </a:pPr>
            <a:r>
              <a:rPr lang="en-US" sz="2400" dirty="0"/>
              <a:t>UI updates reflect graph changes within seconds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0BB00-1EAB-8492-4B78-9205E075A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9C08F-7931-AE74-8E77-EC40A347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DA9E1-86C5-7CC7-F326-9DFF568B2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  <a:endParaRPr lang="en-US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3C5C3-28A1-CA24-4C66-72A224F09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What We Accomplished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Integrated 5 specialized databases into single coherent system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Implemented event-driven architecture with Kafka for loose coupling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Built modular, maintainable code with separation of concerns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Deployed with Docker for reproducibility and portability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Final Thoughts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Polyglot persistence is powerful for diverse data needs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Success requires understanding trade-offs and investing in observability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Build for testability from the start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This is a learning project—production needs security, monitoring, disaster recovery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9277D-3109-2E94-4304-4881B400E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88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Future Work &amp;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317750"/>
            <a:ext cx="7292975" cy="263048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pPr>
              <a:defRPr sz="1800"/>
            </a:pPr>
            <a:r>
              <a:rPr lang="en-US" sz="2400" dirty="0"/>
              <a:t>Add JWT-based authentication and RBAC</a:t>
            </a:r>
          </a:p>
          <a:p>
            <a:pPr>
              <a:defRPr sz="1800"/>
            </a:pPr>
            <a:r>
              <a:rPr lang="en-US" sz="2400" dirty="0"/>
              <a:t>Secure Kafka with TLS and authentication</a:t>
            </a:r>
          </a:p>
          <a:p>
            <a:pPr>
              <a:defRPr sz="1800"/>
            </a:pPr>
            <a:r>
              <a:rPr lang="en-US" sz="2400" dirty="0"/>
              <a:t>Enable DB backups and retention for </a:t>
            </a:r>
            <a:r>
              <a:rPr lang="en-US" sz="2400" dirty="0" err="1"/>
              <a:t>TimescaleDB</a:t>
            </a:r>
            <a:endParaRPr lang="en-US" sz="2400" dirty="0"/>
          </a:p>
          <a:p>
            <a:pPr>
              <a:defRPr sz="1800"/>
            </a:pPr>
            <a:r>
              <a:rPr lang="en-US" sz="2400" dirty="0"/>
              <a:t>Rate-limit APIs and add monitoring/alerts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15562-5AF2-5248-EA91-C9B81E5FC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2000"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7543B-717B-BE76-2E0A-673F60A3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DFD71-0252-8EAD-EE01-B78A32B8B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F21298-3ED4-1D27-BDA0-BA112EA468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699" y="2318197"/>
            <a:ext cx="7293023" cy="36833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Sa</a:t>
            </a:r>
            <a:r>
              <a:rPr lang="en-US" altLang="en-US" sz="1700" dirty="0" err="1">
                <a:latin typeface="Arial" panose="020B0604020202020204" pitchFamily="34" charset="0"/>
              </a:rPr>
              <a:t>Kleppmann</a:t>
            </a:r>
            <a:r>
              <a:rPr lang="en-US" altLang="en-US" sz="1700" dirty="0">
                <a:latin typeface="Arial" panose="020B0604020202020204" pitchFamily="34" charset="0"/>
              </a:rPr>
              <a:t> (2017) - Designing Data-Intensive Applications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dalage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&amp; Fowler (2012) - NoSQL Distilled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Newman (2015) - Building Microservices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Kreps et al. (2011) - Kafka: A Distributed Messaging System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Martin (2008) - Clean Code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C96F0-F03D-F77E-C3A6-99F7C815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5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1534</Words>
  <Application>Microsoft Office PowerPoint</Application>
  <PresentationFormat>On-screen Show (4:3)</PresentationFormat>
  <Paragraphs>243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Polyglot Persistence Demo</vt:lpstr>
      <vt:lpstr>Agenda</vt:lpstr>
      <vt:lpstr>Polyglot Persistence</vt:lpstr>
      <vt:lpstr>Project Goals &amp; Motivation</vt:lpstr>
      <vt:lpstr>Features and Capabilities</vt:lpstr>
      <vt:lpstr>Features and Capabilities</vt:lpstr>
      <vt:lpstr>Features and Capabilities</vt:lpstr>
      <vt:lpstr>High-Level Architecture</vt:lpstr>
      <vt:lpstr>Databases </vt:lpstr>
      <vt:lpstr>Postgres</vt:lpstr>
      <vt:lpstr>MongoDB</vt:lpstr>
      <vt:lpstr>Neo4j (Graph)</vt:lpstr>
      <vt:lpstr>TimescaleDB (Events): </vt:lpstr>
      <vt:lpstr>Redis (Cache): </vt:lpstr>
      <vt:lpstr>API Endpoints Overview</vt:lpstr>
      <vt:lpstr>Kafka</vt:lpstr>
      <vt:lpstr>Why Kafka is used in this system? </vt:lpstr>
      <vt:lpstr>Kafka Consumers — What We Implemented</vt:lpstr>
      <vt:lpstr>Frontend: Graph Visualization (vis-network)</vt:lpstr>
      <vt:lpstr>Deployment &amp; Docker</vt:lpstr>
      <vt:lpstr>Demo </vt:lpstr>
      <vt:lpstr>Results &amp; Metrics (Observed)</vt:lpstr>
      <vt:lpstr>Conclusion</vt:lpstr>
      <vt:lpstr>Future Work &amp; Enhancements</vt:lpstr>
      <vt:lpstr>Thank you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Sandhya Thakuri</cp:lastModifiedBy>
  <cp:revision>7</cp:revision>
  <dcterms:created xsi:type="dcterms:W3CDTF">2013-01-27T09:14:16Z</dcterms:created>
  <dcterms:modified xsi:type="dcterms:W3CDTF">2025-12-11T18:51:42Z</dcterms:modified>
  <cp:category/>
</cp:coreProperties>
</file>